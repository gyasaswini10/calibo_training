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Tomato: Nature's Red Wonder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E53935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E53935"/>
                </a:solidFill>
              </a:rPr>
              <a:t>Scientific name: Solanum lycopersicum</a:t>
            </a:r>
          </a:p>
          <a:p>
            <a:pPr/>
            <a:r>
              <a:rPr sz="1800">
                <a:solidFill>
                  <a:srgbClr val="E53935"/>
                </a:solidFill>
              </a:rPr>
              <a:t>Native to western South America; domesticated by Aztecs</a:t>
            </a:r>
          </a:p>
          <a:p>
            <a:pPr/>
            <a:r>
              <a:rPr sz="1800">
                <a:solidFill>
                  <a:srgbClr val="E53935"/>
                </a:solidFill>
              </a:rPr>
              <a:t>Botanically a fruit, but widely used as a vegetable in cooking</a:t>
            </a:r>
          </a:p>
          <a:p>
            <a:pPr/>
            <a:r>
              <a:rPr sz="1800">
                <a:solidFill>
                  <a:srgbClr val="E53935"/>
                </a:solidFill>
              </a:rPr>
              <a:t>One of the world's most popular and widely grown crops</a:t>
            </a:r>
          </a:p>
          <a:p>
            <a:pPr/>
            <a:r>
              <a:rPr sz="1800">
                <a:solidFill>
                  <a:srgbClr val="E53935"/>
                </a:solidFill>
              </a:rPr>
              <a:t>Belongs to the nightshade family (Solanaceae)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43A047"/>
                </a:solidFill>
              </a:rPr>
              <a:t>Nutritional Value &amp; Health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3A047"/>
                </a:solidFill>
              </a:rPr>
              <a:t>Rich in Vitamin C, Vitamin K, potassium, and folate</a:t>
            </a:r>
          </a:p>
          <a:p>
            <a:pPr/>
            <a:r>
              <a:rPr sz="1800">
                <a:solidFill>
                  <a:srgbClr val="43A047"/>
                </a:solidFill>
              </a:rPr>
              <a:t>Contains lycopene — a powerful antioxidant that reduces cancer risk</a:t>
            </a:r>
          </a:p>
          <a:p>
            <a:pPr/>
            <a:r>
              <a:rPr sz="1800">
                <a:solidFill>
                  <a:srgbClr val="43A047"/>
                </a:solidFill>
              </a:rPr>
              <a:t>Supports heart health by lowering LDL cholesterol</a:t>
            </a:r>
          </a:p>
          <a:p>
            <a:pPr/>
            <a:r>
              <a:rPr sz="1800">
                <a:solidFill>
                  <a:srgbClr val="43A047"/>
                </a:solidFill>
              </a:rPr>
              <a:t>Low in calories: ~18 kcal per 100g, great for weight management</a:t>
            </a:r>
          </a:p>
          <a:p>
            <a:pPr/>
            <a:r>
              <a:rPr sz="1800">
                <a:solidFill>
                  <a:srgbClr val="43A047"/>
                </a:solidFill>
              </a:rPr>
              <a:t>High water content (95%) keeps the body hydrated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8E24AA"/>
                </a:solidFill>
              </a:rPr>
              <a:t>Uses &amp; Global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8E24AA"/>
                </a:solidFill>
              </a:rPr>
              <a:t>Used globally in sauces, salads, soups, juices, and pastes</a:t>
            </a:r>
          </a:p>
          <a:p>
            <a:pPr/>
            <a:r>
              <a:rPr sz="1800">
                <a:solidFill>
                  <a:srgbClr val="8E24AA"/>
                </a:solidFill>
              </a:rPr>
              <a:t>Ketchup, tomato puree, and canned tomatoes are major processed products</a:t>
            </a:r>
          </a:p>
          <a:p>
            <a:pPr/>
            <a:r>
              <a:rPr sz="1800">
                <a:solidFill>
                  <a:srgbClr val="8E24AA"/>
                </a:solidFill>
              </a:rPr>
              <a:t>Global tomato market valued at over $200 billion USD</a:t>
            </a:r>
          </a:p>
          <a:p>
            <a:pPr/>
            <a:r>
              <a:rPr sz="1800">
                <a:solidFill>
                  <a:srgbClr val="8E24AA"/>
                </a:solidFill>
              </a:rPr>
              <a:t>Key export countries: USA, Mexico, Netherlands, Spain, India</a:t>
            </a:r>
          </a:p>
          <a:p>
            <a:pPr/>
            <a:r>
              <a:rPr sz="1800">
                <a:solidFill>
                  <a:srgbClr val="8E24AA"/>
                </a:solidFill>
              </a:rPr>
              <a:t>Integral ingredient in cuisines: Italian, Indian, Mexican, and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8E24AA"/>
                </a:solidFill>
              </a:rPr>
              <a:t>Uses &amp; Global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8E24AA"/>
                </a:solidFill>
              </a:rPr>
              <a:t>Used globally in sauces, salads, soups, juices, and pastes</a:t>
            </a:r>
          </a:p>
          <a:p>
            <a:pPr/>
            <a:r>
              <a:rPr sz="1800">
                <a:solidFill>
                  <a:srgbClr val="8E24AA"/>
                </a:solidFill>
              </a:rPr>
              <a:t>Ketchup, tomato puree, and canned tomatoes are major processed products</a:t>
            </a:r>
          </a:p>
          <a:p>
            <a:pPr/>
            <a:r>
              <a:rPr sz="1800">
                <a:solidFill>
                  <a:srgbClr val="8E24AA"/>
                </a:solidFill>
              </a:rPr>
              <a:t>Global tomato market valued at over $200 billion USD</a:t>
            </a:r>
          </a:p>
          <a:p>
            <a:pPr/>
            <a:r>
              <a:rPr sz="1800">
                <a:solidFill>
                  <a:srgbClr val="8E24AA"/>
                </a:solidFill>
              </a:rPr>
              <a:t>Key export countries: USA, Mexico, Netherlands, Spain, India</a:t>
            </a:r>
          </a:p>
          <a:p>
            <a:pPr/>
            <a:r>
              <a:rPr sz="1800">
                <a:solidFill>
                  <a:srgbClr val="8E24AA"/>
                </a:solidFill>
              </a:rPr>
              <a:t>Integral ingredient in cuisines: Italian, Indian, Mexican, and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000">
                <a:solidFill>
                  <a:srgbClr val="C6282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C62828"/>
                </a:solidFill>
              </a:rPr>
              <a:t>Tomato is one of the most versatile and nutritionally rich fruits in the world</a:t>
            </a:r>
          </a:p>
          <a:p>
            <a:pPr/>
            <a:r>
              <a:rPr sz="1800">
                <a:solidFill>
                  <a:srgbClr val="C62828"/>
                </a:solidFill>
              </a:rPr>
              <a:t>From its South American origins, it has become a global culinary staple</a:t>
            </a:r>
          </a:p>
          <a:p>
            <a:pPr/>
            <a:r>
              <a:rPr sz="1800">
                <a:solidFill>
                  <a:srgbClr val="C62828"/>
                </a:solidFill>
              </a:rPr>
              <a:t>Rich in lycopene, vitamins, and antioxidants — a true superfood</a:t>
            </a:r>
          </a:p>
          <a:p>
            <a:pPr/>
            <a:r>
              <a:rPr sz="1800">
                <a:solidFill>
                  <a:srgbClr val="C62828"/>
                </a:solidFill>
              </a:rPr>
              <a:t>Plays a vital economic role with a global market worth over $200 billion</a:t>
            </a:r>
          </a:p>
          <a:p>
            <a:pPr/>
            <a:r>
              <a:rPr sz="1800">
                <a:solidFill>
                  <a:srgbClr val="C62828"/>
                </a:solidFill>
              </a:rPr>
              <a:t>Whether fresh, cooked, or processed — the tomato remains irreplaceable in our daily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🍅 "A world without tomatoes is like a string quartet without violins." — Laurie Colwin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