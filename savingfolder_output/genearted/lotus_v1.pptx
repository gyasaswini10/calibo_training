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DF80"/>
                </a:solidFill>
              </a:rPr>
              <a:t>Investigation of lotus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496C8"/>
                </a:solidFill>
              </a:rPr>
              <a:t>Generated by MDP Auto-PPT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Origins &amp; Biological Taxonomy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Analysis of foundational principles related to lotus Origins &amp; Biological Taxonomy.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Examination of key development stages and historical context.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Interactive applications and practical industry examples.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Summary of modern perspectives and future research directions.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Critical takeaways and essential synthesis for learners.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Physiological &amp; Structural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Analysis of foundational principles related to lotus Physiological &amp; Structural Features.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Examination of key development stages and historical context.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Interactive applications and practical industry examples.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Summary of modern perspectives and future research directions.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Critical takeaways and essential synthesis for learners.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Historical &amp; Cultural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Analysis of foundational principles related to lotus Historical &amp; Cultural Evolution.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Examination of key development stages and historical context.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Interactive applications and practical industry examples.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Summary of modern perspectives and future research directions.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Critical takeaways and essential synthesis for learners.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Global Industry &amp; Practical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Analysis of foundational principles related to lotus Global Industry &amp; Practical Usage.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Examination of key development stages and historical context.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Interactive applications and practical industry examples.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Summary of modern perspectives and future research directions.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Critical takeaways and essential synthesis for learners.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Advanced Scientific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Analysis of foundational principles related to lotus Advanced Scientific Research.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Examination of key development stages and historical context.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Interactive applications and practical industry examples.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Summary of modern perspectives and future research directions.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Critical takeaways and essential synthesis for learners.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Future Potential &amp; Sustainability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Analysis of foundational principles related to lotus Future Potential &amp; Sustainability.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Examination of key development stages and historical context.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Interactive applications and practical industry examples.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Summary of modern perspectives and future research directions.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Critical takeaways and essential synthesis for learners.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