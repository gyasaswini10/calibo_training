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Scientific Study of water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Overview of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water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water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water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Evolutionary History: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water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water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water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water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water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water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Environmental &amp; Ecological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water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water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water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Modern Scientific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water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water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water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Conservation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water.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water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water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water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