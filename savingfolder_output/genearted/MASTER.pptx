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Mastery of 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Introduction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Case Studies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Innovation &amp;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Trends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