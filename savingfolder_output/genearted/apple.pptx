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apple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Egg Phase: Embryonic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Frogs lay hundreds of eggs in water, often protected by a jelly-like substance.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Eggs develop over 6 to 21 days before hatching into larvae.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 cluster of eggs is known as 'frogspawn'.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Tadpole: Swimming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Tadpoles are purely aquatic larvae with gills and a long tail.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They primarily feed on algae and organic debris found in ponds.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Internal organs begin to develop during this stage, preparing for life on land.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Metamorphosis: Major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This is the transformational stage where hind legs and then front legs grow.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 tail is slowly absorbed by the body to provide nutrients for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Lungs develop at this stage to replace gills for air breathing.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Froglet: Juvenile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 froglet resembles a miniature adult but still retains a small tail stump.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It begins to shift its diet from algae to small insects like flies.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Froglets begin to spend more time near the water's edge rather than deep inside.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Adult Frog: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Adult frogs are fully developed amphibians with powerful hind legs for jumping.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They have permeable skin that requires constant moisture to avoid dehydration.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Adults are carnivorous, using long, sticky tongues to catch prey.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Life Cycle Challenges &amp; Survival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Analysis of foundational principles related to Life of frog Life Challenges &amp; Survival Strategies.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Critical takeaways and essential synthesis for learners.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