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0F52BA"/>
                </a:solidFill>
              </a:rPr>
              <a:t>Mastery of Chocolate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0F52BA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Intro: Chocolate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Intro: Chocolate Ecosystem in the context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Intro: Chocolate Ecosystem.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The Evolution of Chocolate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The Evolution of Chocolate in the context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The Evolution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Key Industrial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Key Industrial Impacts in the context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Key Industrial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Global Challenges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Global Challenges &amp; Trends in the context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Global Challenges &amp;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Innovative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Innovative Frameworks in the context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Innovative Frameworks.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Predictions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Critical analysis of Future Predictions &amp; Summary in the context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historical progress of Chocolate.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aspects and modern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Biological or economic significance of Future Predictions &amp; Summary.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