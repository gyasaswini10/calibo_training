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and Evolution of teacher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DCE6F0"/>
                </a:solidFill>
              </a:rPr>
              <a:t>Add research or model output: no bullet text was provided for this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DCE6F0"/>
                </a:solidFill>
              </a:rPr>
              <a:t>Add research or model output: no bullet text was provided for this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DCE6F0"/>
                </a:solidFill>
              </a:rPr>
              <a:t>Add research or model output: no bullet text was provided for this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DCE6F0"/>
                </a:solidFill>
              </a:rPr>
              <a:t>Add research or model output: no bullet text was provided for this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DCE6F0"/>
                </a:solidFill>
              </a:rPr>
              <a:t>Add research or model output: no bullet text was provided for this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Research &amp; Conservation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DCE6F0"/>
                </a:solidFill>
              </a:rPr>
              <a:t>Add research or model output: no bullet text was provided for this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