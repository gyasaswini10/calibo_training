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DF80"/>
                </a:solidFill>
              </a:rPr>
              <a:t>The Science and Evolution of potato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496C8"/>
                </a:solidFill>
              </a:rPr>
              <a:t>Generated by MDP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Origins and Taxonomy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(noun) The tuber of a plant, Solanum tuberosum, eaten as a starchy vegetable, particularly in the Americas and Europe; this plant.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(noun) A conspicuous hole in a sock or stocking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(noun) A camera that takes poor-quality pictures.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(noun) A mentally handicapped person.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(noun) An underpowered computer or other device, especially when small in size.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Related term: p'tater.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Physiological &amp; Structural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(noun) A conspicuous hole in a sock or stocking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(noun) A camera that takes poor-quality pictures.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(noun) A mentally handicapped person.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(noun) An underpowered computer or other device, especially when small in size.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Related term: p'tater.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Related term: spud.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Biological Growth &amp;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(noun) A camera that takes poor-quality pictures.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(noun) A mentally handicapped person.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(noun) An underpowered computer or other device, especially when small in size.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Related term: p'tater.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Related term: spud.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Related term: tater.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Ecological &amp; Environmental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(noun) A mentally handicapped person.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(noun) An underpowered computer or other device, especially when small in size.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Related term: p'tater.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Related term: spud.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Related term: tater.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Related term: tatie.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Industrial &amp; Societal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(noun) An underpowered computer or other device, especially when small in size.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Related term: p'tater.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Related term: spud.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Related term: tater.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Related term: tatie.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Related term: tator.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Future Research &amp; Conservation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Related term: p'tater.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Related term: spud.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Related term: tater.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Related term: tatie.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Related term: tator.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Related term: Irish fruit.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