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teacher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r>
              <a:t>(Consulting Scientific Sources...)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