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The Science of The Life Cycle of a Frog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Molecular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Biological analysis of The Life Cycle of a Frog.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industrial standards.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impact and development.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Economic significance.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research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Historical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Biological analysis of The Life Cycle of a Frog.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industrial standards.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impact and development.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Economic significance.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research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Industrial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Biological analysis of The Life Cycle of a Frog.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industrial standards.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impact and development.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Economic significance.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research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Technological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Biological analysis of The Life Cycle of a Frog.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industrial standards.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impact and development.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Economic significance.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research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Modern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Biological analysis of The Life Cycle of a Frog.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industrial standards.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impact and development.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Economic significance.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research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Future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Biological analysis of The Life Cycle of a Frog.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industrial standards.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impact and development.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Economic significance.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research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