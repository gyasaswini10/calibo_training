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Create a 6-slide presentation on The History of Books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78D4"/>
                </a:solidFill>
              </a:rPr>
              <a:t>Generated by MCP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The Fundamentals of Create a 6-slide presentation on The History of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/>
          <a:lstStyle/>
          <a:p>
            <a:pPr/>
            <a:r>
              <a:rPr>
                <a:solidFill>
                  <a:srgbClr val="0078D4"/>
                </a:solidFill>
              </a:rPr>
              <a:t>Analysis of foundational principles related to The Fundamentals of Create a -slide presentation on The History of Books.</a:t>
            </a:r>
          </a:p>
          <a:p>
            <a:pPr/>
            <a:r>
              <a:rPr>
                <a:solidFill>
                  <a:srgbClr val="0078D4"/>
                </a:solidFill>
              </a:rPr>
              <a:t>Examination of key development stages and historical context.</a:t>
            </a:r>
          </a:p>
          <a:p>
            <a:pPr/>
            <a:r>
              <a:rPr>
                <a:solidFill>
                  <a:srgbClr val="0078D4"/>
                </a:solidFill>
              </a:rPr>
              <a:t>Interactive applications and practical industry examples.</a:t>
            </a:r>
          </a:p>
          <a:p>
            <a:pPr/>
            <a:r>
              <a:rPr>
                <a:solidFill>
                  <a:srgbClr val="0078D4"/>
                </a:solidFill>
              </a:rPr>
              <a:t>Summary of modern perspectives and future research directions.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Industrial Impacts of Create a 6-slide presentation on The History of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/>
          <a:lstStyle/>
          <a:p>
            <a:pPr/>
            <a:r>
              <a:rPr>
                <a:solidFill>
                  <a:srgbClr val="0078D4"/>
                </a:solidFill>
              </a:rPr>
              <a:t>Analysis of foundational principles related to Industrial Impacts of Create a -slide presentation on The History of Books.</a:t>
            </a:r>
          </a:p>
          <a:p>
            <a:pPr/>
            <a:r>
              <a:rPr>
                <a:solidFill>
                  <a:srgbClr val="0078D4"/>
                </a:solidFill>
              </a:rPr>
              <a:t>Examination of key development stages and historical context.</a:t>
            </a:r>
          </a:p>
          <a:p>
            <a:pPr/>
            <a:r>
              <a:rPr>
                <a:solidFill>
                  <a:srgbClr val="0078D4"/>
                </a:solidFill>
              </a:rPr>
              <a:t>Interactive applications and practical industry examples.</a:t>
            </a:r>
          </a:p>
          <a:p>
            <a:pPr/>
            <a:r>
              <a:rPr>
                <a:solidFill>
                  <a:srgbClr val="0078D4"/>
                </a:solidFill>
              </a:rPr>
              <a:t>Summary of modern perspectives and future research directions.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Technological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/>
          <a:lstStyle/>
          <a:p>
            <a:pPr/>
            <a:r>
              <a:rPr>
                <a:solidFill>
                  <a:srgbClr val="0078D4"/>
                </a:solidFill>
              </a:rPr>
              <a:t>Analysis of foundational principles related to Technological Framework.</a:t>
            </a:r>
          </a:p>
          <a:p>
            <a:pPr/>
            <a:r>
              <a:rPr>
                <a:solidFill>
                  <a:srgbClr val="0078D4"/>
                </a:solidFill>
              </a:rPr>
              <a:t>Examination of key development stages and historical context.</a:t>
            </a:r>
          </a:p>
          <a:p>
            <a:pPr/>
            <a:r>
              <a:rPr>
                <a:solidFill>
                  <a:srgbClr val="0078D4"/>
                </a:solidFill>
              </a:rPr>
              <a:t>Interactive applications and practical industry examples.</a:t>
            </a:r>
          </a:p>
          <a:p>
            <a:pPr/>
            <a:r>
              <a:rPr>
                <a:solidFill>
                  <a:srgbClr val="0078D4"/>
                </a:solidFill>
              </a:rPr>
              <a:t>Summary of modern perspectives and future research directions.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/>
          <a:lstStyle/>
          <a:p>
            <a:pPr/>
            <a:r>
              <a:rPr>
                <a:solidFill>
                  <a:srgbClr val="0078D4"/>
                </a:solidFill>
              </a:rPr>
              <a:t>Analysis of foundational principles related to Future Trends.</a:t>
            </a:r>
          </a:p>
          <a:p>
            <a:pPr/>
            <a:r>
              <a:rPr>
                <a:solidFill>
                  <a:srgbClr val="0078D4"/>
                </a:solidFill>
              </a:rPr>
              <a:t>Examination of key development stages and historical context.</a:t>
            </a:r>
          </a:p>
          <a:p>
            <a:pPr/>
            <a:r>
              <a:rPr>
                <a:solidFill>
                  <a:srgbClr val="0078D4"/>
                </a:solidFill>
              </a:rPr>
              <a:t>Interactive applications and practical industry examples.</a:t>
            </a:r>
          </a:p>
          <a:p>
            <a:pPr/>
            <a:r>
              <a:rPr>
                <a:solidFill>
                  <a:srgbClr val="0078D4"/>
                </a:solidFill>
              </a:rPr>
              <a:t>Summary of modern perspectives and future research directions.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/>
          <a:lstStyle/>
          <a:p>
            <a:pPr/>
            <a:r>
              <a:rPr>
                <a:solidFill>
                  <a:srgbClr val="0078D4"/>
                </a:solidFill>
              </a:rPr>
              <a:t>Analysis of foundational principles related to Case Studies.</a:t>
            </a:r>
          </a:p>
          <a:p>
            <a:pPr/>
            <a:r>
              <a:rPr>
                <a:solidFill>
                  <a:srgbClr val="0078D4"/>
                </a:solidFill>
              </a:rPr>
              <a:t>Examination of key development stages and historical context.</a:t>
            </a:r>
          </a:p>
          <a:p>
            <a:pPr/>
            <a:r>
              <a:rPr>
                <a:solidFill>
                  <a:srgbClr val="0078D4"/>
                </a:solidFill>
              </a:rPr>
              <a:t>Interactive applications and practical industry examples.</a:t>
            </a:r>
          </a:p>
          <a:p>
            <a:pPr/>
            <a:r>
              <a:rPr>
                <a:solidFill>
                  <a:srgbClr val="0078D4"/>
                </a:solidFill>
              </a:rPr>
              <a:t>Summary of modern perspectives and future research directions.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Strategic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/>
          <a:lstStyle/>
          <a:p>
            <a:pPr/>
            <a:r>
              <a:rPr>
                <a:solidFill>
                  <a:srgbClr val="0078D4"/>
                </a:solidFill>
              </a:rPr>
              <a:t>Analysis of foundational principles related to Strategic Conclusion.</a:t>
            </a:r>
          </a:p>
          <a:p>
            <a:pPr/>
            <a:r>
              <a:rPr>
                <a:solidFill>
                  <a:srgbClr val="0078D4"/>
                </a:solidFill>
              </a:rPr>
              <a:t>Examination of key development stages and historical context.</a:t>
            </a:r>
          </a:p>
          <a:p>
            <a:pPr/>
            <a:r>
              <a:rPr>
                <a:solidFill>
                  <a:srgbClr val="0078D4"/>
                </a:solidFill>
              </a:rPr>
              <a:t>Interactive applications and practical industry examples.</a:t>
            </a:r>
          </a:p>
          <a:p>
            <a:pPr/>
            <a:r>
              <a:rPr>
                <a:solidFill>
                  <a:srgbClr val="0078D4"/>
                </a:solidFill>
              </a:rPr>
              <a:t>Summary of modern perspectives and future research directions.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