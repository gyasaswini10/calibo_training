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000">
                <a:solidFill>
                  <a:srgbClr val="0078D4"/>
                </a:solidFill>
              </a:rPr>
              <a:t>Create a 6-slide presentation on the Life Cycle of a Frog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0078D4"/>
                </a:solidFill>
              </a:rPr>
              <a:t>Generated by MCP Auto-PPT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0078D4"/>
                </a:solidFill>
              </a:rPr>
              <a:t>The Evolution of Create a 6-slide presentation on the Life Cycle of a Frog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5486400" cy="0"/>
          </a:xfrm>
        </p:spPr>
        <p:txBody>
          <a:bodyPr wrap="square">
            <a:normAutofit/>
          </a:bodyPr>
          <a:lstStyle/>
          <a:p>
            <a:pPr>
              <a:defRPr sz="1600"/>
            </a:pPr>
            <a:r>
              <a:rPr>
                <a:solidFill>
                  <a:srgbClr val="0078D4"/>
                </a:solidFill>
              </a:rPr>
              <a:t>Analysis of foundational principles related to The Evolution of Create a -slide presentation on the Life of a Frog.</a:t>
            </a:r>
          </a:p>
          <a:p>
            <a:pPr>
              <a:defRPr sz="1600"/>
            </a:pPr>
            <a:r>
              <a:rPr>
                <a:solidFill>
                  <a:srgbClr val="0078D4"/>
                </a:solidFill>
              </a:rPr>
              <a:t>Examination of key development stages and historical context.</a:t>
            </a:r>
          </a:p>
          <a:p>
            <a:pPr>
              <a:defRPr sz="1600"/>
            </a:pPr>
            <a:r>
              <a:rPr>
                <a:solidFill>
                  <a:srgbClr val="0078D4"/>
                </a:solidFill>
              </a:rPr>
              <a:t>Interactive applications and practical industry examples.</a:t>
            </a:r>
          </a:p>
          <a:p>
            <a:pPr>
              <a:defRPr sz="1600"/>
            </a:pPr>
            <a:r>
              <a:rPr>
                <a:solidFill>
                  <a:srgbClr val="0078D4"/>
                </a:solidFill>
              </a:rPr>
              <a:t>Summary of modern perspectives and future research directions.</a:t>
            </a:r>
          </a:p>
          <a:p>
            <a:pPr>
              <a:defRPr sz="1600"/>
            </a:pPr>
            <a:r>
              <a:rPr>
                <a:solidFill>
                  <a:srgbClr val="0078D4"/>
                </a:solidFill>
              </a:rPr>
              <a:t>Critical takeaways and essential synthesis for learners.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0078D4"/>
                </a:solidFill>
              </a:rPr>
              <a:t>Key Components and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5486400" cy="0"/>
          </a:xfrm>
        </p:spPr>
        <p:txBody>
          <a:bodyPr wrap="square">
            <a:normAutofit/>
          </a:bodyPr>
          <a:lstStyle/>
          <a:p>
            <a:pPr>
              <a:defRPr sz="1600"/>
            </a:pPr>
            <a:r>
              <a:rPr>
                <a:solidFill>
                  <a:srgbClr val="0078D4"/>
                </a:solidFill>
              </a:rPr>
              <a:t>Analysis of foundational principles related to Key Components and Framework.</a:t>
            </a:r>
          </a:p>
          <a:p>
            <a:pPr>
              <a:defRPr sz="1600"/>
            </a:pPr>
            <a:r>
              <a:rPr>
                <a:solidFill>
                  <a:srgbClr val="0078D4"/>
                </a:solidFill>
              </a:rPr>
              <a:t>Examination of key development stages and historical context.</a:t>
            </a:r>
          </a:p>
          <a:p>
            <a:pPr>
              <a:defRPr sz="1600"/>
            </a:pPr>
            <a:r>
              <a:rPr>
                <a:solidFill>
                  <a:srgbClr val="0078D4"/>
                </a:solidFill>
              </a:rPr>
              <a:t>Interactive applications and practical industry examples.</a:t>
            </a:r>
          </a:p>
          <a:p>
            <a:pPr>
              <a:defRPr sz="1600"/>
            </a:pPr>
            <a:r>
              <a:rPr>
                <a:solidFill>
                  <a:srgbClr val="0078D4"/>
                </a:solidFill>
              </a:rPr>
              <a:t>Summary of modern perspectives and future research directions.</a:t>
            </a:r>
          </a:p>
          <a:p>
            <a:pPr>
              <a:defRPr sz="1600"/>
            </a:pPr>
            <a:r>
              <a:rPr>
                <a:solidFill>
                  <a:srgbClr val="0078D4"/>
                </a:solidFill>
              </a:rPr>
              <a:t>Critical takeaways and essential synthesis for learners.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0078D4"/>
                </a:solidFill>
              </a:rPr>
              <a:t>Real-World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5486400" cy="0"/>
          </a:xfrm>
        </p:spPr>
        <p:txBody>
          <a:bodyPr wrap="square">
            <a:normAutofit/>
          </a:bodyPr>
          <a:lstStyle/>
          <a:p>
            <a:pPr>
              <a:defRPr sz="1600"/>
            </a:pPr>
            <a:r>
              <a:rPr>
                <a:solidFill>
                  <a:srgbClr val="0078D4"/>
                </a:solidFill>
              </a:rPr>
              <a:t>Analysis of foundational principles related to Real-World Applications.</a:t>
            </a:r>
          </a:p>
          <a:p>
            <a:pPr>
              <a:defRPr sz="1600"/>
            </a:pPr>
            <a:r>
              <a:rPr>
                <a:solidFill>
                  <a:srgbClr val="0078D4"/>
                </a:solidFill>
              </a:rPr>
              <a:t>Examination of key development stages and historical context.</a:t>
            </a:r>
          </a:p>
          <a:p>
            <a:pPr>
              <a:defRPr sz="1600"/>
            </a:pPr>
            <a:r>
              <a:rPr>
                <a:solidFill>
                  <a:srgbClr val="0078D4"/>
                </a:solidFill>
              </a:rPr>
              <a:t>Interactive applications and practical industry examples.</a:t>
            </a:r>
          </a:p>
          <a:p>
            <a:pPr>
              <a:defRPr sz="1600"/>
            </a:pPr>
            <a:r>
              <a:rPr>
                <a:solidFill>
                  <a:srgbClr val="0078D4"/>
                </a:solidFill>
              </a:rPr>
              <a:t>Summary of modern perspectives and future research directions.</a:t>
            </a:r>
          </a:p>
          <a:p>
            <a:pPr>
              <a:defRPr sz="1600"/>
            </a:pPr>
            <a:r>
              <a:rPr>
                <a:solidFill>
                  <a:srgbClr val="0078D4"/>
                </a:solidFill>
              </a:rPr>
              <a:t>Critical takeaways and essential synthesis for learners.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0078D4"/>
                </a:solidFill>
              </a:rPr>
              <a:t>Ethical and Social Impacts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5486400" cy="0"/>
          </a:xfrm>
        </p:spPr>
        <p:txBody>
          <a:bodyPr wrap="square">
            <a:normAutofit/>
          </a:bodyPr>
          <a:lstStyle/>
          <a:p>
            <a:pPr>
              <a:defRPr sz="1600"/>
            </a:pPr>
            <a:r>
              <a:rPr>
                <a:solidFill>
                  <a:srgbClr val="0078D4"/>
                </a:solidFill>
              </a:rPr>
              <a:t>Analysis of foundational principles related to Ethical and Social Impacts.</a:t>
            </a:r>
          </a:p>
          <a:p>
            <a:pPr>
              <a:defRPr sz="1600"/>
            </a:pPr>
            <a:r>
              <a:rPr>
                <a:solidFill>
                  <a:srgbClr val="0078D4"/>
                </a:solidFill>
              </a:rPr>
              <a:t>Examination of key development stages and historical context.</a:t>
            </a:r>
          </a:p>
          <a:p>
            <a:pPr>
              <a:defRPr sz="1600"/>
            </a:pPr>
            <a:r>
              <a:rPr>
                <a:solidFill>
                  <a:srgbClr val="0078D4"/>
                </a:solidFill>
              </a:rPr>
              <a:t>Interactive applications and practical industry examples.</a:t>
            </a:r>
          </a:p>
          <a:p>
            <a:pPr>
              <a:defRPr sz="1600"/>
            </a:pPr>
            <a:r>
              <a:rPr>
                <a:solidFill>
                  <a:srgbClr val="0078D4"/>
                </a:solidFill>
              </a:rPr>
              <a:t>Summary of modern perspectives and future research directions.</a:t>
            </a:r>
          </a:p>
          <a:p>
            <a:pPr>
              <a:defRPr sz="1600"/>
            </a:pPr>
            <a:r>
              <a:rPr>
                <a:solidFill>
                  <a:srgbClr val="0078D4"/>
                </a:solidFill>
              </a:rPr>
              <a:t>Critical takeaways and essential synthesis for learners.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0078D4"/>
                </a:solidFill>
              </a:rPr>
              <a:t>Future Predictions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5486400" cy="0"/>
          </a:xfrm>
        </p:spPr>
        <p:txBody>
          <a:bodyPr wrap="square">
            <a:normAutofit/>
          </a:bodyPr>
          <a:lstStyle/>
          <a:p>
            <a:pPr>
              <a:defRPr sz="1600"/>
            </a:pPr>
            <a:r>
              <a:rPr>
                <a:solidFill>
                  <a:srgbClr val="0078D4"/>
                </a:solidFill>
              </a:rPr>
              <a:t>Analysis of foundational principles related to Future Predictions.</a:t>
            </a:r>
          </a:p>
          <a:p>
            <a:pPr>
              <a:defRPr sz="1600"/>
            </a:pPr>
            <a:r>
              <a:rPr>
                <a:solidFill>
                  <a:srgbClr val="0078D4"/>
                </a:solidFill>
              </a:rPr>
              <a:t>Examination of key development stages and historical context.</a:t>
            </a:r>
          </a:p>
          <a:p>
            <a:pPr>
              <a:defRPr sz="1600"/>
            </a:pPr>
            <a:r>
              <a:rPr>
                <a:solidFill>
                  <a:srgbClr val="0078D4"/>
                </a:solidFill>
              </a:rPr>
              <a:t>Interactive applications and practical industry examples.</a:t>
            </a:r>
          </a:p>
          <a:p>
            <a:pPr>
              <a:defRPr sz="1600"/>
            </a:pPr>
            <a:r>
              <a:rPr>
                <a:solidFill>
                  <a:srgbClr val="0078D4"/>
                </a:solidFill>
              </a:rPr>
              <a:t>Summary of modern perspectives and future research directions.</a:t>
            </a:r>
          </a:p>
          <a:p>
            <a:pPr>
              <a:defRPr sz="1600"/>
            </a:pPr>
            <a:r>
              <a:rPr>
                <a:solidFill>
                  <a:srgbClr val="0078D4"/>
                </a:solidFill>
              </a:rPr>
              <a:t>Critical takeaways and essential synthesis for learners.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0078D4"/>
                </a:solidFill>
              </a:rPr>
              <a:t>Full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5486400" cy="0"/>
          </a:xfrm>
        </p:spPr>
        <p:txBody>
          <a:bodyPr wrap="square">
            <a:normAutofit/>
          </a:bodyPr>
          <a:lstStyle/>
          <a:p>
            <a:pPr>
              <a:defRPr sz="1600"/>
            </a:pPr>
            <a:r>
              <a:rPr>
                <a:solidFill>
                  <a:srgbClr val="0078D4"/>
                </a:solidFill>
              </a:rPr>
              <a:t>Analysis of foundational principles related to Full Conclusion.</a:t>
            </a:r>
          </a:p>
          <a:p>
            <a:pPr>
              <a:defRPr sz="1600"/>
            </a:pPr>
            <a:r>
              <a:rPr>
                <a:solidFill>
                  <a:srgbClr val="0078D4"/>
                </a:solidFill>
              </a:rPr>
              <a:t>Examination of key development stages and historical context.</a:t>
            </a:r>
          </a:p>
          <a:p>
            <a:pPr>
              <a:defRPr sz="1600"/>
            </a:pPr>
            <a:r>
              <a:rPr>
                <a:solidFill>
                  <a:srgbClr val="0078D4"/>
                </a:solidFill>
              </a:rPr>
              <a:t>Interactive applications and practical industry examples.</a:t>
            </a:r>
          </a:p>
          <a:p>
            <a:pPr>
              <a:defRPr sz="1600"/>
            </a:pPr>
            <a:r>
              <a:rPr>
                <a:solidFill>
                  <a:srgbClr val="0078D4"/>
                </a:solidFill>
              </a:rPr>
              <a:t>Summary of modern perspectives and future research directions.</a:t>
            </a:r>
          </a:p>
          <a:p>
            <a:pPr>
              <a:defRPr sz="1600"/>
            </a:pPr>
            <a:r>
              <a:rPr>
                <a:solidFill>
                  <a:srgbClr val="0078D4"/>
                </a:solidFill>
              </a:rPr>
              <a:t>Critical takeaways and essential synthesis for learners.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