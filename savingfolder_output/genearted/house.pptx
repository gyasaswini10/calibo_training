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The Scientific Study of 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Biological Overview of 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house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house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house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Evolutionary History: 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house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house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house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Physiological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house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house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house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Environmental &amp; Ecological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house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house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house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Modern Scientific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house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house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house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Conservation and 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biological analysis of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Physical developments and markers in house.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Ecological significance of house in the habitat.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advancements in house research.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trajectories for house biology.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