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DF80"/>
                </a:solidFill>
              </a:rPr>
              <a:t>Mastery of The History and Evolution of Books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6496C8"/>
                </a:solidFill>
              </a:rPr>
              <a:t>Generated by MDP Auto-PPT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Introduction &amp; Origins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dive into The History and Evolution of Books history.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milestones and impacts.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Social and economic significance of The History and Evolution of Books.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industry standards and trends.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outlook and scientific projections.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Technological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dive into The History and Evolution of Books history.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milestones and impacts.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Social and economic significance of The History and Evolution of Books.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industry standards and trends.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outlook and scientific projections.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Current Global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dive into The History and Evolution of Books history.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milestones and impacts.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Social and economic significance of The History and Evolution of Books.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industry standards and trends.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outlook and scientific projections.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Case Studies &amp;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dive into The History and Evolution of Books history.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milestones and impacts.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Social and economic significance of The History and Evolution of Books.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industry standards and trends.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outlook and scientific projections.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Innovation &amp;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dive into The History and Evolution of Books history.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milestones and impacts.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Social and economic significance of The History and Evolution of Books.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industry standards and trends.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outlook and scientific projections.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FFDF80"/>
                </a:solidFill>
              </a:rPr>
              <a:t>Future Trends &amp;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DCE6F0"/>
                </a:solidFill>
              </a:defRPr>
            </a:pPr>
            <a:r>
              <a:t>• Deep dive into The History and Evolution of Books history.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Technological milestones and impacts.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Social and economic significance of The History and Evolution of Books.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Current industry standards and trends.</a:t>
            </a:r>
          </a:p>
          <a:p>
            <a:pPr>
              <a:defRPr sz="1800">
                <a:solidFill>
                  <a:srgbClr val="DCE6F0"/>
                </a:solidFill>
              </a:defRPr>
            </a:pPr>
            <a:r>
              <a:t>• Future outlook and scientific projections.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