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F52BA"/>
                </a:solidFill>
              </a:rPr>
              <a:t>Mastery of the History and Evolution of 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0F52BA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Intro: the History and Evolution of Books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Intro: the History and Evolution of Books Ecosystem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The Evolution of the History and Evolution of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The Evolution of the History and Evolution of Books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Key Industrial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Key Industrial Impacts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Global Challenges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Global Challenges &amp; Trends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Innovative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Innovative Frameworks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Predictions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analysis of the significance of Future Predictions &amp; Summary in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Developmental stages and technical progress.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Global impact and innovative implications.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biological or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and research 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