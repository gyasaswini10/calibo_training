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tomato: context and background for “Origins and Taxonomy”.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Key definitions and main parts of tomato relevant to this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widely cultivated plant, Solanum lycopersicum, having edible fruit.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The savory fruit of this plant, red when ripe, treated as a vegetable in horticulture and cooking.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tomato: context and background for “Biological Growth &amp; Lifecycle”.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Key definitions and main parts of tomato relevant to this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tomato: context and background for “Ecological &amp; Environmental Roles”.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Key definitions and main parts of tomato relevant to this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tomato: context and background for “Industrial &amp; Societal Impact”.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Key definitions and main parts of tomato relevant to this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shade of red, the colour of a ripe tomato.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Example: Lookit the legs on that hot tomato!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pelt with tomatoes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(verb) To add tomatoes to (a dish)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tomato: context and background for “Future Research &amp; Conservation Directions”.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Key definitions and main parts of tomato relevant to this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