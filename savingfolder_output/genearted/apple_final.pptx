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>
                <a:solidFill>
                  <a:srgbClr val="0F52BA"/>
                </a:solidFill>
              </a:rPr>
              <a:t>Mastery of Apple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F52BA"/>
                </a:solidFill>
              </a:rPr>
              <a:t>Generated by MCP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Intro: Apple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Critical analysis of Intro: Apple Ecosystem in the context of Apple.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Developmental stages and historical progress of Apple.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aspects and modern implications.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Biological or economic significance of Intro: Apple Ecosystem.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Strategic summary and future directions.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The Evolution of Apple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Critical analysis of The Evolution of Apple in the context of Apple.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Developmental stages and historical progress of Apple.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aspects and modern implications.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Biological or economic significance of The Evolution of Apple.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Strategic summary and future directions.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Key Industrial Impacts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Critical analysis of Key Industrial Impacts in the context of Apple.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Developmental stages and historical progress of Apple.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aspects and modern implications.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Biological or economic significance of Key Industrial Impacts.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Strategic summary and future directions.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Global Challenges &amp;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Critical analysis of Global Challenges &amp; Trends in the context of Apple.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Developmental stages and historical progress of Apple.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aspects and modern implications.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Biological or economic significance of Global Challenges &amp;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Strategic summary and future directions.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Innovative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Critical analysis of Innovative Frameworks in the context of Apple.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Developmental stages and historical progress of Apple.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aspects and modern implications.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Biological or economic significance of Innovative Frameworks.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Strategic summary and future directions.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Future Predictions &amp;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Critical analysis of Future Predictions &amp; Summary in the context of Apple.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Developmental stages and historical progress of Apple.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aspects and modern implications.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Biological or economic significance of Future Predictions &amp; Summary.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Strategic summary and future directions.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