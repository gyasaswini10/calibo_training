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Create a 6-slide presentation on the Life Cycle of a Frog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78D4"/>
                </a:solidFill>
              </a:rPr>
              <a:t>Generated by MCP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1E90FF"/>
                </a:solidFill>
              </a:rPr>
              <a:t>Egg Phase: Embryonic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 wrap="square">
            <a:normAutofit/>
          </a:bodyPr>
          <a:lstStyle/>
          <a:p>
            <a:pPr>
              <a:defRPr sz="1600"/>
            </a:pPr>
            <a:r>
              <a:rPr>
                <a:solidFill>
                  <a:srgbClr val="1E90FF"/>
                </a:solidFill>
              </a:rPr>
              <a:t>Frogs lay hundreds of eggs in water, often protected by a jelly-like substance.</a:t>
            </a:r>
          </a:p>
          <a:p>
            <a:pPr>
              <a:defRPr sz="1600"/>
            </a:pPr>
            <a:r>
              <a:rPr>
                <a:solidFill>
                  <a:srgbClr val="1E90FF"/>
                </a:solidFill>
              </a:rPr>
              <a:t>Eggs develop over 6 to 21 days before hatching into larvae.</a:t>
            </a:r>
          </a:p>
          <a:p>
            <a:pPr>
              <a:defRPr sz="1600"/>
            </a:pPr>
            <a:r>
              <a:rPr>
                <a:solidFill>
                  <a:srgbClr val="1E90FF"/>
                </a:solidFill>
              </a:rPr>
              <a:t>The cluster of eggs is known as 'frogspawn'.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1E90FF"/>
                </a:solidFill>
              </a:rPr>
              <a:t>The Tadpole: Swimming &amp;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 wrap="square">
            <a:normAutofit/>
          </a:bodyPr>
          <a:lstStyle/>
          <a:p>
            <a:pPr>
              <a:defRPr sz="1600"/>
            </a:pPr>
            <a:r>
              <a:rPr>
                <a:solidFill>
                  <a:srgbClr val="1E90FF"/>
                </a:solidFill>
              </a:rPr>
              <a:t>Tadpoles are purely aquatic larvae with gills and a long tail.</a:t>
            </a:r>
          </a:p>
          <a:p>
            <a:pPr>
              <a:defRPr sz="1600"/>
            </a:pPr>
            <a:r>
              <a:rPr>
                <a:solidFill>
                  <a:srgbClr val="1E90FF"/>
                </a:solidFill>
              </a:rPr>
              <a:t>They primarily feed on algae and organic debris found in ponds.</a:t>
            </a:r>
          </a:p>
          <a:p>
            <a:pPr>
              <a:defRPr sz="1600"/>
            </a:pPr>
            <a:r>
              <a:rPr>
                <a:solidFill>
                  <a:srgbClr val="1E90FF"/>
                </a:solidFill>
              </a:rPr>
              <a:t>Internal organs begin to develop during this stage, preparing for life on land.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1E90FF"/>
                </a:solidFill>
              </a:rPr>
              <a:t>Metamorphosis: Major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 wrap="square">
            <a:normAutofit/>
          </a:bodyPr>
          <a:lstStyle/>
          <a:p>
            <a:pPr>
              <a:defRPr sz="1600"/>
            </a:pPr>
            <a:r>
              <a:rPr>
                <a:solidFill>
                  <a:srgbClr val="1E90FF"/>
                </a:solidFill>
              </a:rPr>
              <a:t>This is the transformational stage where hind legs and then front legs grow.</a:t>
            </a:r>
          </a:p>
          <a:p>
            <a:pPr>
              <a:defRPr sz="1600"/>
            </a:pPr>
            <a:r>
              <a:rPr>
                <a:solidFill>
                  <a:srgbClr val="1E90FF"/>
                </a:solidFill>
              </a:rPr>
              <a:t>The tail is slowly absorbed by the body to provide nutrients for development.</a:t>
            </a:r>
          </a:p>
          <a:p>
            <a:pPr>
              <a:defRPr sz="1600"/>
            </a:pPr>
            <a:r>
              <a:rPr>
                <a:solidFill>
                  <a:srgbClr val="1E90FF"/>
                </a:solidFill>
              </a:rPr>
              <a:t>Lungs develop at this stage to replace gills for air breathing.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1E90FF"/>
                </a:solidFill>
              </a:rPr>
              <a:t>The Froglet: Juvenile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 wrap="square">
            <a:normAutofit/>
          </a:bodyPr>
          <a:lstStyle/>
          <a:p>
            <a:pPr>
              <a:defRPr sz="1600"/>
            </a:pPr>
            <a:r>
              <a:rPr>
                <a:solidFill>
                  <a:srgbClr val="1E90FF"/>
                </a:solidFill>
              </a:rPr>
              <a:t>A froglet resembles a miniature adult but still retains a small tail stump.</a:t>
            </a:r>
          </a:p>
          <a:p>
            <a:pPr>
              <a:defRPr sz="1600"/>
            </a:pPr>
            <a:r>
              <a:rPr>
                <a:solidFill>
                  <a:srgbClr val="1E90FF"/>
                </a:solidFill>
              </a:rPr>
              <a:t>It begins to shift its diet from algae to small insects like flies.</a:t>
            </a:r>
          </a:p>
          <a:p>
            <a:pPr>
              <a:defRPr sz="1600"/>
            </a:pPr>
            <a:r>
              <a:rPr>
                <a:solidFill>
                  <a:srgbClr val="1E90FF"/>
                </a:solidFill>
              </a:rPr>
              <a:t>Froglets begin to spend more time near the water's edge rather than deep inside.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1E90FF"/>
                </a:solidFill>
              </a:rPr>
              <a:t>Adult Frog: Maturity &amp;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 wrap="square">
            <a:normAutofit/>
          </a:bodyPr>
          <a:lstStyle/>
          <a:p>
            <a:pPr>
              <a:defRPr sz="1600"/>
            </a:pPr>
            <a:r>
              <a:rPr>
                <a:solidFill>
                  <a:srgbClr val="1E90FF"/>
                </a:solidFill>
              </a:rPr>
              <a:t>Adult frogs are fully developed amphibians with powerful hind legs for jumping.</a:t>
            </a:r>
          </a:p>
          <a:p>
            <a:pPr>
              <a:defRPr sz="1600"/>
            </a:pPr>
            <a:r>
              <a:rPr>
                <a:solidFill>
                  <a:srgbClr val="1E90FF"/>
                </a:solidFill>
              </a:rPr>
              <a:t>They have permeable skin that requires constant moisture to avoid dehydration.</a:t>
            </a:r>
          </a:p>
          <a:p>
            <a:pPr>
              <a:defRPr sz="1600"/>
            </a:pPr>
            <a:r>
              <a:rPr>
                <a:solidFill>
                  <a:srgbClr val="1E90FF"/>
                </a:solidFill>
              </a:rPr>
              <a:t>Adults are carnivorous, using long, sticky tongues to catch prey.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1E90FF"/>
                </a:solidFill>
              </a:rPr>
              <a:t>Life Cycle Challenges &amp; Survival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 wrap="square">
            <a:normAutofit/>
          </a:bodyPr>
          <a:lstStyle/>
          <a:p>
            <a:pPr>
              <a:defRPr sz="1600"/>
            </a:pPr>
            <a:r>
              <a:rPr>
                <a:solidFill>
                  <a:srgbClr val="1E90FF"/>
                </a:solidFill>
              </a:rPr>
              <a:t>Analysis of foundational principles related to Life of frog Life Challenges &amp; Survival Strategies.</a:t>
            </a:r>
          </a:p>
          <a:p>
            <a:pPr>
              <a:defRPr sz="1600"/>
            </a:pPr>
            <a:r>
              <a:rPr>
                <a:solidFill>
                  <a:srgbClr val="1E90FF"/>
                </a:solidFill>
              </a:rPr>
              <a:t>Examination of key development stages and historical context.</a:t>
            </a:r>
          </a:p>
          <a:p>
            <a:pPr>
              <a:defRPr sz="1600"/>
            </a:pPr>
            <a:r>
              <a:rPr>
                <a:solidFill>
                  <a:srgbClr val="1E90FF"/>
                </a:solidFill>
              </a:rPr>
              <a:t>Interactive applications and practical industry examples.</a:t>
            </a:r>
          </a:p>
          <a:p>
            <a:pPr>
              <a:defRPr sz="1600"/>
            </a:pPr>
            <a:r>
              <a:rPr>
                <a:solidFill>
                  <a:srgbClr val="1E90FF"/>
                </a:solidFill>
              </a:rPr>
              <a:t>Summary of modern perspectives and future research directions.</a:t>
            </a:r>
          </a:p>
          <a:p>
            <a:pPr>
              <a:defRPr sz="1600"/>
            </a:pPr>
            <a:r>
              <a:rPr>
                <a:solidFill>
                  <a:srgbClr val="1E90FF"/>
                </a:solidFill>
              </a:rPr>
              <a:t>Critical takeaways and essential synthesis for learners.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