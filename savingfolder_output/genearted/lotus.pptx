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DF80"/>
                </a:solidFill>
              </a:rPr>
              <a:t>Scientific Synthesis: lotus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6496C8"/>
                </a:solidFill>
              </a:rPr>
              <a:t>Generated by MDP Auto-PPT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Biological Introduction to lotus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Analysis of foundational principles related to lotus Biological to lotus.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Examination of key development stages and historical context.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Interactive applications and practical industry examples.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Summary of modern perspectives and future research directions.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Critical takeaways and essential synthesis for learners.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Evolutionary History &amp;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Analysis of foundational principles related to lotus Evolutionary History &amp; Context.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Examination of key development stages and historical context.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Interactive applications and practical industry examples.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Summary of modern perspectives and future research directions.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Critical takeaways and essential synthesis for learners.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Technological &amp; Morphological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Analysis of foundational principles related to lotus Technological &amp; Morphological Data.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Examination of key development stages and historical context.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Interactive applications and practical industry examples.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Summary of modern perspectives and future research directions.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Critical takeaways and essential synthesis for learners.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Societal Impact &amp; Economic Markers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Analysis of foundational principles related to lotus Societal Impact &amp; Economic Markers.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Examination of key development stages and historical context.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Interactive applications and practical industry examples.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Summary of modern perspectives and future research directions.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Critical takeaways and essential synthesis for learners.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Current Expert Research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Analysis of foundational principles related to lotus Current Expert Research Trends.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Examination of key development stages and historical context.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Interactive applications and practical industry examples.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Summary of modern perspectives and future research directions.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Critical takeaways and essential synthesis for learners.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Conclusion and Future Trajectories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Analysis of foundational principles related to lotus Conclusion and Future Trajectories.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Examination of key development stages and historical context.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Interactive applications and practical industry examples.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Summary of modern perspectives and future research directions.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Critical takeaways and essential synthesis for learners.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