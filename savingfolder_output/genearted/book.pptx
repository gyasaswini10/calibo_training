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ABook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78D4"/>
                </a:solidFill>
              </a:rPr>
              <a:t>Generated by MCP Auto-PPT Agent</a:t>
            </a:r>
          </a:p>
        </p:txBody>
      </p:sp>
      <p:pic>
        <p:nvPicPr>
          <p:cNvPr id="4" name="Picture 3" descr="img_IntroductiontoAB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145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