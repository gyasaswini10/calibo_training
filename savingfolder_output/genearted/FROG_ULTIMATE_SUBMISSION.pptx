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Scientific Synthesis: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Fundamental Principles of The Life Cycle of a Frog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 properties.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Detailed milestones in the evolution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Societal and industrial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Evolutionary &amp; Historical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 properties.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Detailed milestones in the evolution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Societal and industrial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Structural &amp; Physiological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 properties.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Detailed milestones in the evolution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Societal and industrial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Environmental Integration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 properties.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Detailed milestones in the evolution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Societal and industrial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Advanced Technological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 properties.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Detailed milestones in the evolution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Societal and industrial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Strategic Directions &amp; Future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Biological analysis of The Life Cycle of a Frog properties.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Detailed milestones in the evolution of The Life Cycle of a Frog.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Societal and industrial significance.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research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Strategic summary and future directions.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