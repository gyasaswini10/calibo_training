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DF80"/>
                </a:solidFill>
              </a:rPr>
              <a:t>Scientific Synthesis of laptop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496C8"/>
                </a:solidFill>
              </a:rPr>
              <a:t>Generated by MDP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Taxonomy &amp; Origins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Evolutionary origins of laptop trace back through significant biological eras.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Taxonomic classification identifies laptop within its expert scientific domain.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Genetic analysis reveals specific adaptations that define the laptop species.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Historical records and fossil data provide evidence of developmental milestones.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Modern scientific markers distinguish laptop from related biological entities.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Physiological &amp; Structural Morphology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Key physiological adaptations enable laptop to thrive in its specialized niche.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Structural morphology serves expert functions for survival and reproduction.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Cellular mechanisms regulate essential internal processes within laptop.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Anatomical features reflect evolutionary pressures and environmental interaction.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Metabolic efficiency supports growth and resource utilization in laptop.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Environmental &amp; Ecological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Analysis of foundational principles related to laptop Environmental &amp; Ecological Roles.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Examination of key development stages and historical context.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Interactive applications and practical industry examples.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Summary of modern perspectives and future research directions.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takeaways and essential synthesis for learners.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Industrial &amp; Societal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Analysis of foundational principles related to laptop Industrial &amp; Societal Significance.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Examination of key development stages and historical context.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Interactive applications and practical industry examples.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Summary of modern perspectives and future research directions.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takeaways and essential synthesis for learners.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Modern Scientific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Analysis of foundational principles related to laptop Modern Scientific Research.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Examination of key development stages and historical context.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Interactive applications and practical industry examples.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Summary of modern perspectives and future research directions.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takeaways and essential synthesis for learners.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Future Trajectories &amp;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Analysis of foundational principles related to laptop Future Trajectories &amp; Innovation.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Examination of key development stages and historical context.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Interactive applications and practical industry examples.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Summary of modern perspectives and future research directions.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takeaways and essential synthesis for learners.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