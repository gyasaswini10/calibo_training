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Scientific Synthesis: The Life Cycle of a Frog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Biological Introduction to The Life Cycle of a Frog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The Life of a Frog Biological to The Life of a Frog.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Evolutionary History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The Life of a Frog Evolutionary History &amp;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Technological &amp; Morphological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The Life of a Frog Technological &amp; Morphological Data.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Societal Impact &amp; Economic Markers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The Life of a Frog Societal Impact &amp; Economic Markers.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Current Expert Research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The Life of a Frog Current Expert Research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Conclusion and Future Trajectories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The Life of a Frog Conclusion and Future Trajectories.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