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Mastery of pen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Introduction &amp; Origins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pen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pen.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Technological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pen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pen.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Current Global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pen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pen.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Case Studies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pen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pen.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Innovation &amp;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pen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pen.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Trends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pen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pen.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