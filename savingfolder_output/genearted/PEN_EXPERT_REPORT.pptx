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of the History and Technology of Pens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Molecular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Historical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Modern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History and Technology of Pens.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industrial standards.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impact and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Economic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