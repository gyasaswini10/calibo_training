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Water: The Source of All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What is Water?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Water (H₂O) is an inorganic compound made of two hydrogen atoms and one oxygen atom</a:t>
            </a:r>
          </a:p>
          <a:p>
            <a:pPr/>
            <a:r>
              <a:rPr sz="1800">
                <a:solidFill>
                  <a:srgbClr val="DCE6F0"/>
                </a:solidFill>
              </a:rPr>
              <a:t>It is transparent, tasteless, odorless, and nearly colorless — yet the most vital substance on Earth</a:t>
            </a:r>
          </a:p>
          <a:p>
            <a:pPr/>
            <a:r>
              <a:rPr sz="1800">
                <a:solidFill>
                  <a:srgbClr val="DCE6F0"/>
                </a:solidFill>
              </a:rPr>
              <a:t>Water is often called the 'universal solvent' as it can dissolve more substances than any other liquid</a:t>
            </a:r>
          </a:p>
          <a:p>
            <a:pPr/>
            <a:r>
              <a:rPr sz="1800">
                <a:solidFill>
                  <a:srgbClr val="DCE6F0"/>
                </a:solidFill>
              </a:rPr>
              <a:t>About 70% of Earth's surface is covered by water — in oceans, lakes, rivers, glaciers, and the atmosphere</a:t>
            </a:r>
          </a:p>
          <a:p>
            <a:pPr/>
            <a:r>
              <a:rPr sz="1800">
                <a:solidFill>
                  <a:srgbClr val="DCE6F0"/>
                </a:solidFill>
              </a:rPr>
              <a:t>Earth holds approximately 1.386 billion cubic kilometers of water in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Water &amp; Life on 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All known living organisms on Earth depend on water to survive — from bacteria to blue whales</a:t>
            </a:r>
          </a:p>
          <a:p>
            <a:pPr/>
            <a:r>
              <a:rPr sz="1800">
                <a:solidFill>
                  <a:srgbClr val="DCE6F0"/>
                </a:solidFill>
              </a:rPr>
              <a:t>Up to 60% of the human adult body is water; the brain and heart are composed of 73% water</a:t>
            </a:r>
          </a:p>
          <a:p>
            <a:pPr/>
            <a:r>
              <a:rPr sz="1800">
                <a:solidFill>
                  <a:srgbClr val="DCE6F0"/>
                </a:solidFill>
              </a:rPr>
              <a:t>Water transports nutrients, removes waste, regulates body temperature, and protects vital organs</a:t>
            </a:r>
          </a:p>
          <a:p>
            <a:pPr/>
            <a:r>
              <a:rPr sz="1800">
                <a:solidFill>
                  <a:srgbClr val="DCE6F0"/>
                </a:solidFill>
              </a:rPr>
              <a:t>A person can survive about a month without food, but only about a week without water</a:t>
            </a:r>
          </a:p>
          <a:p>
            <a:pPr/>
            <a:r>
              <a:rPr sz="1800">
                <a:solidFill>
                  <a:srgbClr val="DCE6F0"/>
                </a:solidFill>
              </a:rPr>
              <a:t>Water enabled the formation of Earth's first life forms, acting as a medium for organic compounds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The Water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The water cycle (hydrological cycle) describes the continuous movement of water above, on, and below Earth's surface</a:t>
            </a:r>
          </a:p>
          <a:p>
            <a:pPr/>
            <a:r>
              <a:rPr sz="1800">
                <a:solidFill>
                  <a:srgbClr val="DCE6F0"/>
                </a:solidFill>
              </a:rPr>
              <a:t>Key stages: Evaporation → Condensation → Precipitation → Runoff → Infiltration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sun drives evaporation, turning surface water into water vapor that rises into the atmosphere</a:t>
            </a:r>
          </a:p>
          <a:p>
            <a:pPr/>
            <a:r>
              <a:rPr sz="1800">
                <a:solidFill>
                  <a:srgbClr val="DCE6F0"/>
                </a:solidFill>
              </a:rPr>
              <a:t>Transpiration from plants also releases water vapor — tracked by satellites to monitor crop health</a:t>
            </a:r>
          </a:p>
          <a:p>
            <a:pPr/>
            <a:r>
              <a:rPr sz="1800">
                <a:solidFill>
                  <a:srgbClr val="DCE6F0"/>
                </a:solidFill>
              </a:rPr>
              <a:t>Precipitation (rain, snow, sleet) returns water to land and oceans, replenishing rivers and groundwater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Freshwater vs. Saltwater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Water covers 70% of Earth's surface, but only about 2.5–2.75% is freshwater</a:t>
            </a:r>
          </a:p>
          <a:p>
            <a:pPr/>
            <a:r>
              <a:rPr sz="1800">
                <a:solidFill>
                  <a:srgbClr val="DCE6F0"/>
                </a:solidFill>
              </a:rPr>
              <a:t>More than 68% of all freshwater is locked in ice sheets and glaciers</a:t>
            </a:r>
          </a:p>
          <a:p>
            <a:pPr/>
            <a:r>
              <a:rPr sz="1800">
                <a:solidFill>
                  <a:srgbClr val="DCE6F0"/>
                </a:solidFill>
              </a:rPr>
              <a:t>Only ~0.014% of all water on Earth is fresh and easily accessible in rivers, lakes, and near-surface sources</a:t>
            </a:r>
          </a:p>
          <a:p>
            <a:pPr/>
            <a:r>
              <a:rPr sz="1800">
                <a:solidFill>
                  <a:srgbClr val="DCE6F0"/>
                </a:solidFill>
              </a:rPr>
              <a:t>Groundwater stored in aquifers is a crucial hidden freshwater reserve for billions of people</a:t>
            </a:r>
          </a:p>
          <a:p>
            <a:pPr/>
            <a:r>
              <a:rPr sz="1800">
                <a:solidFill>
                  <a:srgbClr val="DCE6F0"/>
                </a:solidFill>
              </a:rPr>
              <a:t>Oceans hold about 96.5% of all Earth's water — but it is saltwater and undrinkable without treatment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Water &amp;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Water regulates Earth's climate by absorbing heat in summer and releasing it in winter</a:t>
            </a:r>
          </a:p>
          <a:p>
            <a:pPr/>
            <a:r>
              <a:rPr sz="1800">
                <a:solidFill>
                  <a:srgbClr val="DCE6F0"/>
                </a:solidFill>
              </a:rPr>
              <a:t>Oceans act as massive heat buffers, stabilizing global temperatures and weather patterns</a:t>
            </a:r>
          </a:p>
          <a:p>
            <a:pPr/>
            <a:r>
              <a:rPr sz="1800">
                <a:solidFill>
                  <a:srgbClr val="DCE6F0"/>
                </a:solidFill>
              </a:rPr>
              <a:t>The water cycle drives rainfall, which shapes landscapes through erosion and weathering</a:t>
            </a:r>
          </a:p>
          <a:p>
            <a:pPr/>
            <a:r>
              <a:rPr sz="1800">
                <a:solidFill>
                  <a:srgbClr val="DCE6F0"/>
                </a:solidFill>
              </a:rPr>
              <a:t>Ice floats on water because it is less dense than liquid water — insulating aquatic life from freezing</a:t>
            </a:r>
          </a:p>
          <a:p>
            <a:pPr/>
            <a:r>
              <a:rPr sz="1800">
                <a:solidFill>
                  <a:srgbClr val="DCE6F0"/>
                </a:solidFill>
              </a:rPr>
              <a:t>Tides caused by the Moon and Sun create unique intertidal ecosystems along coastlines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Global Water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Around 2.2 billion people worldwide lack access to safe drinking water</a:t>
            </a:r>
          </a:p>
          <a:p>
            <a:pPr/>
            <a:r>
              <a:rPr sz="1800">
                <a:solidFill>
                  <a:srgbClr val="DCE6F0"/>
                </a:solidFill>
              </a:rPr>
              <a:t>About 4 billion people experience severe water scarcity for at least one month every year</a:t>
            </a:r>
          </a:p>
          <a:p>
            <a:pPr/>
            <a:r>
              <a:rPr sz="1800">
                <a:solidFill>
                  <a:srgbClr val="DCE6F0"/>
                </a:solidFill>
              </a:rPr>
              <a:t>85% of the world population lives in the driest half of the planet</a:t>
            </a:r>
          </a:p>
          <a:p>
            <a:pPr/>
            <a:r>
              <a:rPr sz="1800">
                <a:solidFill>
                  <a:srgbClr val="DCE6F0"/>
                </a:solidFill>
              </a:rPr>
              <a:t>Water use has grown more than twice as fast as population growth in the last century</a:t>
            </a:r>
          </a:p>
          <a:p>
            <a:pPr/>
            <a:r>
              <a:rPr sz="1800">
                <a:solidFill>
                  <a:srgbClr val="DCE6F0"/>
                </a:solidFill>
              </a:rPr>
              <a:t>In 2023, glaciers lost over 600 gigatons of water — the largest mass loss in five decades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Water &amp; Human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Water powers industries, agriculture, transportation, and energy generation worldwide</a:t>
            </a:r>
          </a:p>
          <a:p>
            <a:pPr/>
            <a:r>
              <a:rPr sz="1800">
                <a:solidFill>
                  <a:srgbClr val="DCE6F0"/>
                </a:solidFill>
              </a:rPr>
              <a:t>Agriculture accounts for about 70% of all global freshwater withdrawals</a:t>
            </a:r>
          </a:p>
          <a:p>
            <a:pPr/>
            <a:r>
              <a:rPr sz="1800">
                <a:solidFill>
                  <a:srgbClr val="DCE6F0"/>
                </a:solidFill>
              </a:rPr>
              <a:t>Hydropower generates clean electricity by harnessing the energy of flowing or falling water</a:t>
            </a:r>
          </a:p>
          <a:p>
            <a:pPr/>
            <a:r>
              <a:rPr sz="1800">
                <a:solidFill>
                  <a:srgbClr val="DCE6F0"/>
                </a:solidFill>
              </a:rPr>
              <a:t>Poor water and sanitation causes an estimated $260 billion in economic losses annually in developing nations</a:t>
            </a:r>
          </a:p>
          <a:p>
            <a:pPr/>
            <a:r>
              <a:rPr sz="1800">
                <a:solidFill>
                  <a:srgbClr val="DCE6F0"/>
                </a:solidFill>
              </a:rPr>
              <a:t>263 rivers cross or demarcate international political boundaries, making water a geopolitical issue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Water Conservation: What You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DCE6F0"/>
                </a:solidFill>
              </a:rPr>
              <a:t>Fix leaks at home: a dripping tap can waste over 3,000 liters of water per year</a:t>
            </a:r>
          </a:p>
          <a:p>
            <a:pPr/>
            <a:r>
              <a:rPr sz="1800">
                <a:solidFill>
                  <a:srgbClr val="DCE6F0"/>
                </a:solidFill>
              </a:rPr>
              <a:t>Use water-efficient appliances, low-flow showerheads, and dual-flush toilets</a:t>
            </a:r>
          </a:p>
          <a:p>
            <a:pPr/>
            <a:r>
              <a:rPr sz="1800">
                <a:solidFill>
                  <a:srgbClr val="DCE6F0"/>
                </a:solidFill>
              </a:rPr>
              <a:t>Collect rainwater for gardening and household non-drinking use</a:t>
            </a:r>
          </a:p>
          <a:p>
            <a:pPr/>
            <a:r>
              <a:rPr sz="1800">
                <a:solidFill>
                  <a:srgbClr val="DCE6F0"/>
                </a:solidFill>
              </a:rPr>
              <a:t>Support sustainable agriculture practices that minimize water waste and runoff</a:t>
            </a:r>
          </a:p>
          <a:p>
            <a:pPr/>
            <a:r>
              <a:rPr sz="1800">
                <a:solidFill>
                  <a:srgbClr val="DCE6F0"/>
                </a:solidFill>
              </a:rPr>
              <a:t>Reduce pollution by disposing of chemicals, plastics, and waste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