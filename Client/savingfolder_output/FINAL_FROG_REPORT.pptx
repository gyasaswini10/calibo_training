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  <p:pic>
        <p:nvPicPr>
          <p:cNvPr id="4" name="Picture 3" descr="img_Egg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45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Egg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Frogs lay hundreds of eggs in water, often encased in a protective jelly-like substance to enhance survival.</a:t>
            </a:r>
          </a:p>
          <a:p>
            <a:pPr/>
            <a:r>
              <a:rPr>
                <a:solidFill>
                  <a:srgbClr val="0078D4"/>
                </a:solidFill>
              </a:rPr>
              <a:t>The developmental period for frog eggs ranges from 6 to 21 days, during which they transform into larvae.</a:t>
            </a:r>
          </a:p>
          <a:p>
            <a:pPr/>
            <a:r>
              <a:rPr>
                <a:solidFill>
                  <a:srgbClr val="0078D4"/>
                </a:solidFill>
              </a:rPr>
              <a:t>A cluster of frog eggs is referred to as 'frogspawn' and plays a crucial role in the species' reproductive strategy.</a:t>
            </a:r>
          </a:p>
        </p:txBody>
      </p:sp>
      <p:pic>
        <p:nvPicPr>
          <p:cNvPr id="4" name="Picture 3" descr="img_Tadpole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45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Metamorphosis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rPr>
                <a:solidFill>
                  <a:srgbClr val="0078D4"/>
                </a:solidFill>
              </a:rPr>
              <a:t>(No facts found)</a:t>
            </a:r>
          </a:p>
        </p:txBody>
      </p:sp>
      <p:pic>
        <p:nvPicPr>
          <p:cNvPr id="4" name="Picture 3" descr="img_Metamorpho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4500"/>
            <a:ext cx="32004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2400300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During metamorphosis, the organism undergoes a transformation where hind legs and subsequently front legs develop, facilitating a shift to a terrestrial lifestyle.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6140" y="2400300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As part of the metamorphosis process, the tail is gradually absorbed by the body, providing essential nutrients that support further development.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400300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Metamorphosis involves the evolution of lungs to replace gills, enabling the organism to breathe air and adapt to new environmental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/>
          <a:lstStyle/>
          <a:p>
            <a:pPr/>
            <a:r>
              <a:t>Adult frogs are classified under the order Anura and are characterized by their fully developed hind legs, which are adapted for powerful jumping movements.</a:t>
            </a:r>
          </a:p>
          <a:p>
            <a:pPr/>
            <a:r>
              <a:t>Their permeable skin is a key feature of adult frogs, facilitating respiration and osmoregulation, but necessitating a moist environment to prevent desiccation.</a:t>
            </a:r>
          </a:p>
          <a:p>
            <a:pPr/>
            <a:r>
              <a:t>Carnivorous in nature, adult frogs employ a rapid tongue projection to capture insects and other small prey, showcasing their specialized feeding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