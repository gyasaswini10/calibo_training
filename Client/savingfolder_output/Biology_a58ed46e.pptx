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Biology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Biology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2296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Biology is the science that studies the structure, function, and behavior of living organisms, from the molecular level of cells to the complex systems of ecosystems. (Source: National Center for Biotechnology Information)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estimated number of living species on Earth ranges from 8.7 to 17 million, with approximately 1.2 million described and named. (Source: World Wildlife Fund)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building blocks of life are organic compounds, primarily carbon-containing molecules such as proteins, nucleic acids, and lipids. (Source: National Geographic Society)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theory of evolution by natural selection, first proposed by Charles Darwin in the 19th century, explains the diversity of life on Earth through a process of genetic variation and natural selection. (Source: American Association for the Advancement of Science)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human body is composed of approximately 60-70 trillion cells, organized into various tissues and organs that work together to maintain homeostasis and support life. (Source: National Institutes of Health)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