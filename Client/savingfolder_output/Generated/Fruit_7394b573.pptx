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Fruit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Fruit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(often in the plural) In general, a product of plant growth useful to man or animals.</a:t>
            </a:r>
          </a:p>
          <a:p>
            <a:pPr/>
            <a:r>
              <a:rPr sz="1800">
                <a:solidFill>
                  <a:srgbClr val="4CAF50"/>
                </a:solidFill>
              </a:rPr>
              <a:t>Specifically, a sweet, edible part of a plant that resembles seed-bearing fruit (see next sense), even if it does not develop from a floral ovary; also used in a technically imprecise sense for some sweet or sweetish vegetables, such as the petioles of rhubarb, that resemble a true fruit or are used in cookery as if they were a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product of fertilization in a plant, specifically:</a:t>
            </a:r>
          </a:p>
          <a:p>
            <a:pPr/>
            <a:r>
              <a:rPr sz="1800">
                <a:solidFill>
                  <a:srgbClr val="4CAF50"/>
                </a:solidFill>
              </a:rPr>
              <a:t>An end result, effect, or consequence; advantageous or disadvantageous result.</a:t>
            </a:r>
          </a:p>
          <a:p>
            <a:pPr/>
            <a:r>
              <a:rPr sz="1800">
                <a:solidFill>
                  <a:srgbClr val="4CAF50"/>
                </a:solidFill>
              </a:rPr>
              <a:t>Of, belonging to, related to, or having fruit or its characteristics; (of living things) producing or consuming fruit.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Fruit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(often in the plural) In general, a product of plant growth useful to man or animals.</a:t>
            </a:r>
          </a:p>
          <a:p>
            <a:pPr/>
            <a:r>
              <a:rPr sz="1800">
                <a:solidFill>
                  <a:srgbClr val="4CAF50"/>
                </a:solidFill>
              </a:rPr>
              <a:t>Specifically, a sweet, edible part of a plant that resembles seed-bearing fruit (see next sense), even if it does not develop from a floral ovary; also used in a technically imprecise sense for some sweet or sweetish vegetables, such as the petioles of rhubarb, that resemble a true fruit or are used in cookery as if they were a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product of fertilization in a plant, specifically:</a:t>
            </a:r>
          </a:p>
          <a:p>
            <a:pPr/>
            <a:r>
              <a:rPr sz="1800">
                <a:solidFill>
                  <a:srgbClr val="4CAF50"/>
                </a:solidFill>
              </a:rPr>
              <a:t>An end result, effect, or consequence; advantageous or disadvantageous result.</a:t>
            </a:r>
          </a:p>
          <a:p>
            <a:pPr/>
            <a:r>
              <a:rPr sz="1800">
                <a:solidFill>
                  <a:srgbClr val="4CAF50"/>
                </a:solidFill>
              </a:rPr>
              <a:t>Of, belonging to, related to, or having fruit or its characteristics; (of living things) producing or consuming fruit.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