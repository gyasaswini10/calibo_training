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Key information about Tomato in relation to Introduction to Tomato</a:t>
            </a:r>
          </a:p>
          <a:p>
            <a:pPr/>
            <a:r>
              <a:rPr sz="1800">
                <a:solidFill>
                  <a:srgbClr val="4CAF50"/>
                </a:solidFill>
              </a:rPr>
              <a:t>Important characteristics and features</a:t>
            </a:r>
          </a:p>
          <a:p>
            <a:pPr/>
            <a:r>
              <a:rPr sz="1800">
                <a:solidFill>
                  <a:srgbClr val="4CAF50"/>
                </a:solidFill>
              </a:rPr>
              <a:t>Significant aspects and considerations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Relevant findings and observations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Critical points for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