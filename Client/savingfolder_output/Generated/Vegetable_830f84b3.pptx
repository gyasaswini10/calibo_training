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4400" b="1">
                <a:solidFill>
                  <a:srgbClr val="4CAF50"/>
                </a:solidFill>
              </a:rPr>
              <a:t>Professional Presentation on Vegetable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4CAF50"/>
                </a:solidFill>
              </a:rPr>
              <a:t>Generated by Autonomous Agent Engine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Introduction to Vegetable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4CAF50"/>
                </a:solidFill>
              </a:rPr>
              <a:t>A plant raised for some edible part of it, such as the leaves, roots, fruit or flowers, but excluding any plant considered to be a fruit, grain, herb, or spice in the culinary sense.</a:t>
            </a:r>
          </a:p>
          <a:p>
            <a:pPr/>
            <a:r>
              <a:rPr sz="1800">
                <a:solidFill>
                  <a:srgbClr val="4CAF50"/>
                </a:solidFill>
              </a:rPr>
              <a:t>The edible part of such a plant.</a:t>
            </a:r>
          </a:p>
          <a:p>
            <a:pPr/>
            <a:r>
              <a:rPr sz="1800">
                <a:solidFill>
                  <a:srgbClr val="4CAF50"/>
                </a:solidFill>
              </a:rPr>
              <a:t>A person whose brain (or, infrequently, body) has been damaged so that they cannot interact with the surrounding environment; a person in a persistent vegetative state.</a:t>
            </a:r>
          </a:p>
          <a:p>
            <a:pPr/>
            <a:r>
              <a:rPr sz="1800">
                <a:solidFill>
                  <a:srgbClr val="4CAF50"/>
                </a:solidFill>
              </a:rPr>
              <a:t>Of or relating to vegetables.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9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8229600" cy="0"/>
          </a:xfrm>
        </p:spPr>
        <p:txBody>
          <a:bodyPr/>
          <a:lstStyle/>
          <a:p>
            <a:r>
              <a:rPr b="1" sz="3600">
                <a:solidFill>
                  <a:srgbClr val="4CAF50"/>
                </a:solidFill>
              </a:rPr>
              <a:t>Conclusion: Vegetable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45920"/>
            <a:ext cx="8686800" cy="4114800"/>
          </a:xfrm>
        </p:spPr>
        <p:txBody>
          <a:bodyPr wrap="square" lIns="45720" rIns="45720">
            <a:noAutofit/>
          </a:bodyPr>
          <a:lstStyle/>
          <a:p>
            <a:pPr/>
            <a:r>
              <a:rPr sz="1800">
                <a:solidFill>
                  <a:srgbClr val="4CAF50"/>
                </a:solidFill>
              </a:rPr>
              <a:t>A plant raised for some edible part of it, such as the leaves, roots, fruit or flowers, but excluding any plant considered to be a fruit, grain, herb, or spice in the culinary sense.</a:t>
            </a:r>
          </a:p>
          <a:p>
            <a:pPr/>
            <a:r>
              <a:rPr sz="1800">
                <a:solidFill>
                  <a:srgbClr val="4CAF50"/>
                </a:solidFill>
              </a:rPr>
              <a:t>The edible part of such a plant.</a:t>
            </a:r>
          </a:p>
          <a:p>
            <a:pPr/>
            <a:r>
              <a:rPr sz="1800">
                <a:solidFill>
                  <a:srgbClr val="4CAF50"/>
                </a:solidFill>
              </a:rPr>
              <a:t>A person whose brain (or, infrequently, body) has been damaged so that they cannot interact with the surrounding environment; a person in a persistent vegetative state.</a:t>
            </a:r>
          </a:p>
          <a:p>
            <a:pPr/>
            <a:r>
              <a:rPr sz="1800">
                <a:solidFill>
                  <a:srgbClr val="4CAF50"/>
                </a:solidFill>
              </a:rPr>
              <a:t>Of or relating to vegetables.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9144000" cy="914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