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4CAF50"/>
                </a:solidFill>
              </a:rPr>
              <a:t>Professional Presentation on Space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CAF50"/>
                </a:solidFill>
              </a:rPr>
              <a:t>Generated by MCP-PPT-Agent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4CAF50"/>
                </a:solidFill>
              </a:rPr>
              <a:t>(heading) Of time.</a:t>
            </a:r>
          </a:p>
          <a:p>
            <a:pPr/>
            <a:r>
              <a:rPr sz="1800">
                <a:solidFill>
                  <a:srgbClr val="4CAF50"/>
                </a:solidFill>
              </a:rPr>
              <a:t>(heading) Unlimited or generalized extent, physical or otherwise.</a:t>
            </a:r>
          </a:p>
          <a:p>
            <a:pPr/>
            <a:r>
              <a:rPr sz="1800">
                <a:solidFill>
                  <a:srgbClr val="4CAF50"/>
                </a:solidFill>
              </a:rPr>
              <a:t>(heading) A bounded or specific extent, physical or otherwise.</a:t>
            </a:r>
          </a:p>
          <a:p>
            <a:pPr/>
            <a:r>
              <a:rPr sz="1800">
                <a:solidFill>
                  <a:srgbClr val="4CAF50"/>
                </a:solidFill>
              </a:rPr>
              <a:t>To roam, walk, wander.</a:t>
            </a:r>
          </a:p>
          <a:p>
            <a:pPr/>
            <a:r>
              <a:rPr sz="1800">
                <a:solidFill>
                  <a:srgbClr val="4CAF50"/>
                </a:solidFill>
              </a:rPr>
              <a:t>To set some distance apart.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Key Concepts in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4CAF50"/>
                </a:solidFill>
              </a:rPr>
              <a:t>(heading) Of time.</a:t>
            </a:r>
          </a:p>
          <a:p>
            <a:pPr/>
            <a:r>
              <a:rPr sz="1800">
                <a:solidFill>
                  <a:srgbClr val="4CAF50"/>
                </a:solidFill>
              </a:rPr>
              <a:t>(heading) Unlimited or generalized extent, physical or otherwise.</a:t>
            </a:r>
          </a:p>
          <a:p>
            <a:pPr/>
            <a:r>
              <a:rPr sz="1800">
                <a:solidFill>
                  <a:srgbClr val="4CAF50"/>
                </a:solidFill>
              </a:rPr>
              <a:t>(heading) A bounded or specific extent, physical or otherwise.</a:t>
            </a:r>
          </a:p>
          <a:p>
            <a:pPr/>
            <a:r>
              <a:rPr sz="1800">
                <a:solidFill>
                  <a:srgbClr val="4CAF50"/>
                </a:solidFill>
              </a:rPr>
              <a:t>To roam, walk, wander.</a:t>
            </a:r>
          </a:p>
          <a:p>
            <a:pPr/>
            <a:r>
              <a:rPr sz="1800">
                <a:solidFill>
                  <a:srgbClr val="4CAF50"/>
                </a:solidFill>
              </a:rPr>
              <a:t>To set some distance apart.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Conclusion: Space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>
                <a:solidFill>
                  <a:srgbClr val="4CAF50"/>
                </a:solidFill>
              </a:rPr>
              <a:t>(heading) Of time.</a:t>
            </a:r>
          </a:p>
          <a:p>
            <a:pPr/>
            <a:r>
              <a:rPr sz="1800">
                <a:solidFill>
                  <a:srgbClr val="4CAF50"/>
                </a:solidFill>
              </a:rPr>
              <a:t>(heading) Unlimited or generalized extent, physical or otherwise.</a:t>
            </a:r>
          </a:p>
          <a:p>
            <a:pPr/>
            <a:r>
              <a:rPr sz="1800">
                <a:solidFill>
                  <a:srgbClr val="4CAF50"/>
                </a:solidFill>
              </a:rPr>
              <a:t>(heading) A bounded or specific extent, physical or otherwise.</a:t>
            </a:r>
          </a:p>
          <a:p>
            <a:pPr/>
            <a:r>
              <a:rPr sz="1800">
                <a:solidFill>
                  <a:srgbClr val="4CAF50"/>
                </a:solidFill>
              </a:rPr>
              <a:t>To roam, walk, wander.</a:t>
            </a:r>
          </a:p>
          <a:p>
            <a:pPr/>
            <a:r>
              <a:rPr sz="1800">
                <a:solidFill>
                  <a:srgbClr val="4CAF50"/>
                </a:solidFill>
              </a:rPr>
              <a:t>To set some distance apart.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