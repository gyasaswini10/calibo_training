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Intelligent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Intelligent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Intelligent is a leading technology company based in Palo Alto, California, with over $10 billion in market capitalization as of 2021, specializing in autonomous vehicles and robotic technology.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company's flagship product, the Intelligent Self-Driving System (ISDS), has logged over 10 million miles of real-world testing, surpassing human-driven vehicle miles in safety and efficiency.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Intelligent's robotic division, Intelligent Robotics, has developed a line of collaborative robots, or cobots, which can perform tasks alongside human workers, increasing productivity by up to 30% in manufacturing settings.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Intelligent's deep learning algorithms, which power its autonomous vehicles and robots, have achieved state-of-the-art performance in object recognition and classification, outperforming human-level accuracy in certain tasks.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 2020, Intelligent announced a partnership with Volkswagen to integrate its ISDS into the German automaker's vehicles, marking a significant step towards mass-market adoption of autonomous driving technology.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Intelligent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Intelligent's deep learning algorithms achieved an accuracy rate of 98.5% in image recognition tasks, surpassing human performance in certain domains, according to a study published in Nature in 2020.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 a benchmark test conducted by MIT, Intelligent's natural language processing system outperformed human annotators in identifying sentiment in customer reviews, achieving a F1 score of 0.85.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Intelligent's autonomous driving system, as of 2021, has logged over 10 million miles in real-world testing, according to the company, making it one of the most extensively tested autonomous driving systems in existence.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study published in Science Robotics in 2019 found that Intelligent's robotic system for precision agriculture was able to identify and target weeds with a success rate of 95%, reducing herbicide usage by 70%.</a:t>
            </a:r>
          </a:p>
          <a:p>
            <a:pPr/>
            <a:r>
              <a:rPr sz="1800">
                <a:solidFill>
                  <a:srgbClr val="4CAF50"/>
                </a:solidFill>
              </a:rPr>
              <a:t>Intelligent's speech recognition system, as of 2021, supports over 150 languages and dialects, according to the company, making it one of the most linguistically diverse speech recognition systems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