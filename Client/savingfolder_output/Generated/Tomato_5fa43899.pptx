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4CAF50"/>
                </a:solidFill>
              </a:rPr>
              <a:t>Professional Presentation on Tomato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4CAF50"/>
                </a:solidFill>
              </a:rPr>
              <a:t>Generated by Autonomous Agent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Introduction to Tomato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A widely cultivated plant, Solanum lycopersicum, having edible fruit.</a:t>
            </a:r>
          </a:p>
          <a:p>
            <a:pPr/>
            <a:r>
              <a:rPr sz="1800">
                <a:solidFill>
                  <a:srgbClr val="4CAF50"/>
                </a:solidFill>
              </a:rPr>
              <a:t>The savory fruit of this plant, red when ripe, treated as a vegetable in horticulture and cooking.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shade of red, the colour of a ripe tomato.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desirable-looking woman.</a:t>
            </a:r>
          </a:p>
          <a:p>
            <a:pPr/>
            <a:r>
              <a:rPr sz="1800">
                <a:solidFill>
                  <a:srgbClr val="4CAF50"/>
                </a:solidFill>
              </a:rPr>
              <a:t>To add tomatoes to (a dish)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Conclusion: Tomato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A widely cultivated plant, Solanum lycopersicum, having edible fruit.</a:t>
            </a:r>
          </a:p>
          <a:p>
            <a:pPr/>
            <a:r>
              <a:rPr sz="1800">
                <a:solidFill>
                  <a:srgbClr val="4CAF50"/>
                </a:solidFill>
              </a:rPr>
              <a:t>The savory fruit of this plant, red when ripe, treated as a vegetable in horticulture and cooking.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shade of red, the colour of a ripe tomato.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desirable-looking woman.</a:t>
            </a:r>
          </a:p>
          <a:p>
            <a:pPr/>
            <a:r>
              <a:rPr sz="1800">
                <a:solidFill>
                  <a:srgbClr val="4CAF50"/>
                </a:solidFill>
              </a:rPr>
              <a:t>To add tomatoes to (a dish)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