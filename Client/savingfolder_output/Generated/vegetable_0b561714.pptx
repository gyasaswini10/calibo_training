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vegetable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vegetable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Global vegetable production exceeded 1.1 billion tonnes in 2022, with China accounting for over 50% of tomatoes and onions.</a:t>
            </a:r>
          </a:p>
          <a:p>
            <a:pPr/>
            <a:r>
              <a:rPr sz="1800">
                <a:solidFill>
                  <a:srgbClr val="4CAF50"/>
                </a:solidFill>
              </a:rPr>
              <a:t>Dark leafy greens contain up to 300% of the daily vitamin K requirement per 100g, based on USDA nutrient data.</a:t>
            </a:r>
          </a:p>
          <a:p>
            <a:pPr/>
            <a:r>
              <a:rPr sz="1800">
                <a:solidFill>
                  <a:srgbClr val="4CAF50"/>
                </a:solidFill>
              </a:rPr>
              <a:t>Genomic analysis indicates medieval domestication reduced genetic diversity in carrots by approximately 40% compared to wild ancestors.</a:t>
            </a:r>
          </a:p>
          <a:p>
            <a:pPr/>
            <a:r>
              <a:rPr sz="1800">
                <a:solidFill>
                  <a:srgbClr val="4CAF50"/>
                </a:solidFill>
              </a:rPr>
              <a:t>Over 200 million people are employed in vegetable farming globally, with smallholders in developing nations producing 70% of the supply.</a:t>
            </a:r>
          </a:p>
          <a:p>
            <a:pPr/>
            <a:r>
              <a:rPr sz="1800">
                <a:solidFill>
                  <a:srgbClr val="4CAF50"/>
                </a:solidFill>
              </a:rPr>
              <a:t>Post-harvest losses for vegetables average 30% in tropical regions, primarily due to insufficient cold storage, per FAO reports.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vegetable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Meta-analyses confirm that daily consumption of ≥200g of vegetables correlates with a 15-30% reduction in all-cause mortality risk, primarily from cardiovascular disease.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Controlled trials demonstrate that steaming preserves up to 42% more glucosinolates in broccoli than boiling, directly impacting bioactive compound bioavailability.</a:t>
            </a:r>
          </a:p>
          <a:p>
            <a:pPr/>
            <a:r>
              <a:rPr sz="1800">
                <a:solidFill>
                  <a:srgbClr val="4CAF50"/>
                </a:solidFill>
              </a:rPr>
              <a:t>Global crop yield models indicate that integrating vegetable-focused polycultures can increase farm-level economic resilience by 22% while reducing synthetic fertilizer dependency by 18%.</a:t>
            </a:r>
          </a:p>
          <a:p>
            <a:pPr/>
            <a:r>
              <a:rPr sz="1800">
                <a:solidFill>
                  <a:srgbClr val="4CAF50"/>
                </a:solidFill>
              </a:rPr>
              <a:t>Life cycle assessments (LCAs) demonstrate that vegetable protein systems generate 5-10 times lower greenhouse gas emissions per gram of protein than ruminant-based systems.</a:t>
            </a:r>
          </a:p>
          <a:p>
            <a:pPr/>
            <a:r>
              <a:rPr sz="1800">
                <a:solidFill>
                  <a:srgbClr val="4CAF50"/>
                </a:solidFill>
              </a:rPr>
              <a:t>Longitudinal cohort data shows that adherence to high-vegetable dietary patterns (e.g., Mediterranean) is associated with a 25% lower incidence of type 2 diabetes, independent of total calorie intake.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