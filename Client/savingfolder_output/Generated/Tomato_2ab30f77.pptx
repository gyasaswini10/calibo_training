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Tomato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Key Concepts in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widely cultivated plant, Solanum lycopersicum, having edible fruit.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savory fruit of this plant, red when ripe, treated as a vegetable in horticulture and cooking.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shade of red, the colour of a ripe tomato.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desirable-looking woman.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add tomatoes to (a dish)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