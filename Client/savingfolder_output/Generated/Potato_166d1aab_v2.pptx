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4CAF50"/>
                </a:solidFill>
              </a:rPr>
              <a:t>Professional Presentation on Potato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4CAF50"/>
                </a:solidFill>
              </a:rPr>
              <a:t>Generated by Autonomous Agent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4CAF50"/>
                </a:solidFill>
              </a:rPr>
              <a:t>Introduction to Potato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pPr/>
            <a:r>
              <a:rPr sz="1800">
                <a:solidFill>
                  <a:srgbClr val="4CAF50"/>
                </a:solidFill>
              </a:rPr>
              <a:t>The tuber of a plant, Solanum tuberosum, eaten as a starchy vegetable, particularly in the Americas and Europe; this plant.</a:t>
            </a:r>
          </a:p>
          <a:p>
            <a:pPr/>
            <a:r>
              <a:rPr sz="1800">
                <a:solidFill>
                  <a:srgbClr val="4CAF50"/>
                </a:solidFill>
              </a:rPr>
              <a:t>A conspicuous hole in a sock or stocking</a:t>
            </a:r>
          </a:p>
          <a:p>
            <a:pPr/>
            <a:r>
              <a:rPr sz="1800">
                <a:solidFill>
                  <a:srgbClr val="4CAF50"/>
                </a:solidFill>
              </a:rPr>
              <a:t>A camera that takes poor-quality pictures.</a:t>
            </a:r>
          </a:p>
          <a:p>
            <a:pPr/>
            <a:r>
              <a:rPr sz="1800">
                <a:solidFill>
                  <a:srgbClr val="4CAF50"/>
                </a:solidFill>
              </a:rPr>
              <a:t>A mentally handicapped person.</a:t>
            </a:r>
          </a:p>
          <a:p>
            <a:pPr/>
            <a:r>
              <a:rPr sz="1800">
                <a:solidFill>
                  <a:srgbClr val="4CAF50"/>
                </a:solidFill>
              </a:rPr>
              <a:t>An underpowered computer or other device, especially when small in size.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4CAF50"/>
                </a:solidFill>
              </a:rPr>
              <a:t>Introduction to Potato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pPr/>
            <a:r>
              <a:rPr sz="1800">
                <a:solidFill>
                  <a:srgbClr val="4CAF50"/>
                </a:solidFill>
              </a:rPr>
              <a:t>The tuber of a plant, Solanum tuberosum, eaten as a starchy vegetable, particularly in the Americas and Europe; this plant.</a:t>
            </a:r>
          </a:p>
          <a:p>
            <a:pPr/>
            <a:r>
              <a:rPr sz="1800">
                <a:solidFill>
                  <a:srgbClr val="4CAF50"/>
                </a:solidFill>
              </a:rPr>
              <a:t>A conspicuous hole in a sock or stocking</a:t>
            </a:r>
          </a:p>
          <a:p>
            <a:pPr/>
            <a:r>
              <a:rPr sz="1800">
                <a:solidFill>
                  <a:srgbClr val="4CAF50"/>
                </a:solidFill>
              </a:rPr>
              <a:t>A camera that takes poor-quality pictures.</a:t>
            </a:r>
          </a:p>
          <a:p>
            <a:pPr/>
            <a:r>
              <a:rPr sz="1800">
                <a:solidFill>
                  <a:srgbClr val="4CAF50"/>
                </a:solidFill>
              </a:rPr>
              <a:t>A mentally handicapped person.</a:t>
            </a:r>
          </a:p>
          <a:p>
            <a:pPr/>
            <a:r>
              <a:rPr sz="1800">
                <a:solidFill>
                  <a:srgbClr val="4CAF50"/>
                </a:solidFill>
              </a:rPr>
              <a:t>An underpowered computer or other device, especially when small in size.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4CAF50"/>
                </a:solidFill>
              </a:rPr>
              <a:t>Conclusion: Potato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pPr/>
            <a:r>
              <a:rPr sz="1800">
                <a:solidFill>
                  <a:srgbClr val="4CAF50"/>
                </a:solidFill>
              </a:rPr>
              <a:t>The tuber of a plant, Solanum tuberosum, eaten as a starchy vegetable, particularly in the Americas and Europe; this plant.</a:t>
            </a:r>
          </a:p>
          <a:p>
            <a:pPr/>
            <a:r>
              <a:rPr sz="1800">
                <a:solidFill>
                  <a:srgbClr val="4CAF50"/>
                </a:solidFill>
              </a:rPr>
              <a:t>A conspicuous hole in a sock or stocking</a:t>
            </a:r>
          </a:p>
          <a:p>
            <a:pPr/>
            <a:r>
              <a:rPr sz="1800">
                <a:solidFill>
                  <a:srgbClr val="4CAF50"/>
                </a:solidFill>
              </a:rPr>
              <a:t>A camera that takes poor-quality pictures.</a:t>
            </a:r>
          </a:p>
          <a:p>
            <a:pPr/>
            <a:r>
              <a:rPr sz="1800">
                <a:solidFill>
                  <a:srgbClr val="4CAF50"/>
                </a:solidFill>
              </a:rPr>
              <a:t>A mentally handicapped person.</a:t>
            </a:r>
          </a:p>
          <a:p>
            <a:pPr/>
            <a:r>
              <a:rPr sz="1800">
                <a:solidFill>
                  <a:srgbClr val="4CAF50"/>
                </a:solidFill>
              </a:rPr>
              <a:t>An underpowered computer or other device, especially when small in size.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4CAF50"/>
                </a:solidFill>
              </a:rPr>
              <a:t>Conclusion: Potato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pPr/>
            <a:r>
              <a:rPr sz="1800">
                <a:solidFill>
                  <a:srgbClr val="4CAF50"/>
                </a:solidFill>
              </a:rPr>
              <a:t>The tuber of a plant, Solanum tuberosum, eaten as a starchy vegetable, particularly in the Americas and Europe; this plant.</a:t>
            </a:r>
          </a:p>
          <a:p>
            <a:pPr/>
            <a:r>
              <a:rPr sz="1800">
                <a:solidFill>
                  <a:srgbClr val="4CAF50"/>
                </a:solidFill>
              </a:rPr>
              <a:t>A conspicuous hole in a sock or stocking</a:t>
            </a:r>
          </a:p>
          <a:p>
            <a:pPr/>
            <a:r>
              <a:rPr sz="1800">
                <a:solidFill>
                  <a:srgbClr val="4CAF50"/>
                </a:solidFill>
              </a:rPr>
              <a:t>A camera that takes poor-quality pictures.</a:t>
            </a:r>
          </a:p>
          <a:p>
            <a:pPr/>
            <a:r>
              <a:rPr sz="1800">
                <a:solidFill>
                  <a:srgbClr val="4CAF50"/>
                </a:solidFill>
              </a:rPr>
              <a:t>A mentally handicapped person.</a:t>
            </a:r>
          </a:p>
          <a:p>
            <a:pPr/>
            <a:r>
              <a:rPr sz="1800">
                <a:solidFill>
                  <a:srgbClr val="4CAF50"/>
                </a:solidFill>
              </a:rPr>
              <a:t>An underpowered computer or other device, especially when small in size.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