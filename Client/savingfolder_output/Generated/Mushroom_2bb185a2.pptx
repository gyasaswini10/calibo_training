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Mushroom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Mushroom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Fallback research-based bullet point.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Ensuring comprehensive content coverage.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Key Concepts in Mushroom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Fallback research-based bullet point.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Ensuring comprehensive content coverage.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Mushroom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Fallback research-based bullet point.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Ensuring comprehensive content coverage.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