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4CAF50"/>
                </a:solidFill>
              </a:rPr>
              <a:t>Professional Presentation on Laptop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CAF50"/>
                </a:solidFill>
              </a:rPr>
              <a:t>Generated by Autonomous Agent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Introduction to Laptop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Researching specific data for Introduction to Laptop...</a:t>
            </a:r>
          </a:p>
          <a:p>
            <a:pPr/>
            <a:r>
              <a:rPr sz="1800">
                <a:solidFill>
                  <a:srgbClr val="4CAF50"/>
                </a:solidFill>
              </a:rPr>
              <a:t>Synchronizing with OpenRouter AI for Laptop</a:t>
            </a:r>
          </a:p>
          <a:p>
            <a:pPr/>
            <a:r>
              <a:rPr sz="1800">
                <a:solidFill>
                  <a:srgbClr val="4CAF50"/>
                </a:solidFill>
              </a:rPr>
              <a:t>Factual insights being processed...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Conclusion: Laptop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Researching specific data for Conclusion: Laptop...</a:t>
            </a:r>
          </a:p>
          <a:p>
            <a:pPr/>
            <a:r>
              <a:rPr sz="1800">
                <a:solidFill>
                  <a:srgbClr val="4CAF50"/>
                </a:solidFill>
              </a:rPr>
              <a:t>Synchronizing with OpenRouter AI for Laptop</a:t>
            </a:r>
          </a:p>
          <a:p>
            <a:pPr/>
            <a:r>
              <a:rPr sz="1800">
                <a:solidFill>
                  <a:srgbClr val="4CAF50"/>
                </a:solidFill>
              </a:rPr>
              <a:t>Factual insights being processed...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