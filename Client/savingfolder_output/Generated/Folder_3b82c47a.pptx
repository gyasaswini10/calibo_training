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Folder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Folder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An organizer that papers are kept in, usually with an index tab, to be stored as a single unit in a filing cabinet.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virtual container in a computer's file system, in which files and other folders may be stored. The files and subfolders in a folder are usually related.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machine or person that folds things.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Folder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An organizer that papers are kept in, usually with an index tab, to be stored as a single unit in a filing cabinet.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virtual container in a computer's file system, in which files and other folders may be stored. The files and subfolders in a folder are usually related.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machine or person that folds things.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