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Bottle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Bottle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A container, typically made of glass or plastic and having a tapered neck, used primarily for holding liquids.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contents of such a container.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container with a rubber nipple used for giving liquids to infants, a baby bottle.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(of a person with a particular hair color) A container of hair dye, hence with one’s hair color produced by dyeing.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bundle, especially of hay; something tied in a bundle.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Bottle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A container, typically made of glass or plastic and having a tapered neck, used primarily for holding liquids.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contents of such a container.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container with a rubber nipple used for giving liquids to infants, a baby bottle.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(of a person with a particular hair color) A container of hair dye, hence with one’s hair color produced by dyeing.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bundle, especially of hay; something tied in a bundle.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Bottle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A container, typically made of glass or plastic and having a tapered neck, used primarily for holding liquids.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contents of such a container.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container with a rubber nipple used for giving liquids to infants, a baby bottle.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(of a person with a particular hair color) A container of hair dye, hence with one’s hair color produced by dyeing.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bundle, especially of hay; something tied in a bundle.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