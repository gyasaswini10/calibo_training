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Google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 was founded by Larry Page and Sergey Brin in September 1998, initially as a research project at Stanford University.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primary revenue source comes from its advertising business, specifically through its AdWords and AdSense platforms, which generated $182.5 billion in revenue in 2020.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search engine uses a proprietary algorithm called PageRank, which ranks web pages based on their relevance and importance, determined by the number and quality of links to the page.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suite of products includes Google Search, Google Maps, Google Drive, Google Docs, Google Calendar, and YouTube, among others, serving over 5 billion users worldwide. (Google,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Key Concepts in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search algorithm, known as PageRank, ranks web pages based on the number and quality of links to a page, as well as other factors like relevance and user experience.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AdWords platform, which generates the majority of the company's revenue, allows businesses to place targeted text, image, video, and app ads in Google's search results and display network.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Knowledge Graph, launched in 2012, uses semantic analysis to understand the relationships between different entities and provide more accurate and relevant search results.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Chrome browser, which holds over 60% of the desktop browser market share, offers features like automatic updates, built-in ad-blocking, and synchronization across devices. (StatCounter,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parent company, Alphabet Inc., generated a total revenue of $182.5 billion in 2020, with Google Search and Other sites accounting for approximately 86% of the total revenue. (Alphabet Inc. 2020 Annual Report)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artificial intelligence (AI) capabilities include its neural network-based ranking algorithm, BERT, which processes over 100 billion searches per day and understands the context of search queries in a more human-like way. (Google, 2019)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market dominance extends beyond search, with its YouTube platform accounting for over 62% of all video views in the US as of 2020. (eMarketer, 2020)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Android operating system holds a global market share of over 72% in the smartphone operating system market, making it the most widely used mobile operating system. (StatCounter,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