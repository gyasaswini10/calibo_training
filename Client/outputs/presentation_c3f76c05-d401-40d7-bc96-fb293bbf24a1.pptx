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F192D"/>
                </a:solidFill>
              </a:rPr>
              <a:t>Tomato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MCP-PPT-Agent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F192D"/>
                </a:solidFill>
              </a:rPr>
              <a:t>Origins and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E6F0"/>
                </a:solidFill>
              </a:rPr>
              <a:t>Key information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Important characteristics and features of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Significant aspects related to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Relevant findings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Critical points for understanding Tomato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F192D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E6F0"/>
                </a:solidFill>
              </a:rPr>
              <a:t>Key information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Important characteristics and features of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Significant aspects related to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Relevant findings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Critical points for understanding Tomato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F192D"/>
                </a:solidFill>
              </a:rPr>
              <a:t>Biological Growth &amp;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E6F0"/>
                </a:solidFill>
              </a:rPr>
              <a:t>Key information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Important characteristics and features of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Significant aspects related to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Relevant findings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Critical points for understanding Tomato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F192D"/>
                </a:solidFill>
              </a:rPr>
              <a:t>Ecological &amp; Environmental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E6F0"/>
                </a:solidFill>
              </a:rPr>
              <a:t>Key information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Important characteristics and features of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Significant aspects related to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Relevant findings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Critical points for understanding Tomato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F192D"/>
                </a:solidFill>
              </a:rPr>
              <a:t>Industrial &amp; Societal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E6F0"/>
                </a:solidFill>
              </a:rPr>
              <a:t>Key information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Important characteristics and features of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Significant aspects related to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Relevant findings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Critical points for understanding Tomato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F192D"/>
                </a:solidFill>
              </a:rPr>
              <a:t>Future Research &amp;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DCE6F0"/>
                </a:solidFill>
              </a:rPr>
              <a:t>Key information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Important characteristics and features of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Significant aspects related to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Relevant findings about Tomato</a:t>
            </a:r>
          </a:p>
          <a:p>
            <a:pPr/>
            <a:r>
              <a:rPr sz="1800">
                <a:solidFill>
                  <a:srgbClr val="DCE6F0"/>
                </a:solidFill>
              </a:rPr>
              <a:t>Critical points for understanding Tomato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